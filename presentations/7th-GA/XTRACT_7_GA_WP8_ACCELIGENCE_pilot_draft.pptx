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svg" ContentType="image/sv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Lst>
  <p:sldIdLst>
    <p:sldId id="261" r:id="rId17"/>
    <p:sldId id="262" r:id="rId18"/>
    <p:sldId id="263" r:id="rId19"/>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16" Type="http://schemas.openxmlformats.org/officeDocument/2006/relationships/notesMaster" Target="notesMasters/notesMaster1.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7"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This is a short update on the UAV contribution to WP8. The final Björkdal pilot demonstration has been completed. We performed indoor flights with SLAM and outdoor flights with the multispectral camera. Fragmented material characterisation had already been conducted previously. The flight activities are complete; the detailed results and operational feedback will be consolidated after the meeting with the colleagues who performed the flights.</a:t>
            </a:r>
          </a:p>
          <a:p/>
          <a:p>
            <a:r>
              <a:t>SOURCE / CONFIRMATION</a:t>
            </a:r>
          </a:p>
          <a:p>
            <a:r>
              <a:t>Latest user update confirms the final Björkdal demonstration, indoor flights performing SLAM, previously conducted fragmented material characterisation and outdoor flights with a multispectral camera. Grant Agreement, WP8/T8.2–T8.3, PDF pages 77–78, separates case-study execution from evaluation and results reporting.</a:t>
            </a:r>
          </a:p>
          <a:p/>
          <a:p>
            <a:r>
              <a:t>PRESENTER UPDATE</a:t>
            </a:r>
          </a:p>
          <a:p>
            <a:r>
              <a:t>No scenario count, flight duration, accuracy, coverage, image quality, quantitative fragmentation result or formal WP8 completion is claimed. The camera was used as the flight payload; acquisition quality and image-derived findings remain to be confirmed.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For the indoor demonstration, we executed the UAV flights and performed SLAM in the underground environment. This demonstrates that the indoor SLAM workflow was exercised during the campaign. Fragmented material characterisation is a separate activity which had already been conducted before these final flights. We will add the actual SLAM output and the characterisation result once the team has confirmed the outputs and conclusions.</a:t>
            </a:r>
          </a:p>
          <a:p/>
          <a:p>
            <a:r>
              <a:t>SOURCE / CONFIRMATION</a:t>
            </a:r>
          </a:p>
          <a:p>
            <a:r>
              <a:t>Latest user update confirms indoor flights performing SLAM and prior fragmented material characterisation. Earlier user confirmation states payload and SLAM/mapping were demonstrated, with fragmentation results pending. The latest update confirms that the characterisation activity itself has been performed; it does not provide validated quantitative outputs.</a:t>
            </a:r>
          </a:p>
          <a:p/>
          <a:p>
            <a:r>
              <a:t>PRESENTER UPDATE</a:t>
            </a:r>
          </a:p>
          <a:p>
            <a:r>
              <a:t>Replace the two clearly labelled result areas with confirmed figures after the update meeting. Do not relocate the earlier characterisation activity to Björkdal or assign a date without confirmation. Report SLAM accuracy, reference comparison, map completeness or fragmentation metrics only if supported by the team results.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The outdoor part of the final pilot included flights with the multispectral camera. At this stage, the confirmed outcome is the completion of that flight demonstration. We will add a representative multispectral output, the acquisition and quality findings, and the practical operational lessons once we have debriefed the colleagues who performed the flights. We should not yet make quantitative claims about spectral results or mineral identification.</a:t>
            </a:r>
          </a:p>
          <a:p/>
          <a:p>
            <a:r>
              <a:t>SOURCE / CONFIRMATION</a:t>
            </a:r>
          </a:p>
          <a:p>
            <a:r>
              <a:t>Latest user update directly confirms outdoor flights with the multispectral camera during the final pilot. No final-campaign photographs, multispectral images, analysis results or team feedback have been supplied. Older Lavrion and outdoor test photographs are deliberately not used as evidence of the October Björkdal campaign.</a:t>
            </a:r>
          </a:p>
          <a:p/>
          <a:p>
            <a:r>
              <a:t>PRESENTER UPDATE</a:t>
            </a:r>
          </a:p>
          <a:p>
            <a:r>
              <a:t>Replace the editable imagery area after the team debrief. Confirm image acquisition, calibration, data quality and any analysis before describing them as completed. Do not invent coverage, flight count, spectral bands, vegetation/mineral indices or classification accuracy.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Vertical Title and Text">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FCA3A2A8-A3CB-492B-AF4A-6C0371CDF6B6}" type="slidenum">
              <a:t>&lt;#&gt;</a:t>
            </a:fld>
          </a:p>
        </p:txBody>
      </p:sp>
      <p:sp>
        <p:nvSpPr>
          <p:cNvPr id="4" name="PlaceHolder 3"/>
          <p:cNvSpPr>
            <a:spLocks noGrp="1"/>
          </p:cNvSpPr>
          <p:nvPr>
            <p:ph type="dt" idx="3"/>
          </p:nvPr>
        </p:nvSpPr>
        <p:spPr/>
        <p:txBody>
          <a:bodyPr/>
          <a:p>
            <a:r>
              <a:rPr lang="es-ES"/>
              <a:t/>
            </a:r>
          </a:p>
        </p:txBody>
      </p:sp>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6_Vertical Title and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337AEDD6-6608-4174-AA25-BB24439CECE3}" type="slidenum">
              <a:t>&lt;#&gt;</a:t>
            </a:fld>
          </a:p>
        </p:txBody>
      </p:sp>
      <p:sp>
        <p:nvSpPr>
          <p:cNvPr id="4" name="PlaceHolder 3"/>
          <p:cNvSpPr>
            <a:spLocks noGrp="1"/>
          </p:cNvSpPr>
          <p:nvPr>
            <p:ph type="dt" idx="6"/>
          </p:nvPr>
        </p:nvSpPr>
        <p:spPr/>
        <p:txBody>
          <a:bodyPr/>
          <a:p>
            <a:r>
              <a:rPr lang="es-ES"/>
              <a:t/>
            </a:r>
          </a:p>
        </p:txBody>
      </p:sp>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7_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0F85AD7B-5511-4B7A-B3B2-DC47F0DCB1CA}" type="slidenum">
              <a:t>&lt;#&gt;</a:t>
            </a:fld>
          </a:p>
        </p:txBody>
      </p:sp>
      <p:sp>
        <p:nvSpPr>
          <p:cNvPr id="4" name="PlaceHolder 3"/>
          <p:cNvSpPr>
            <a:spLocks noGrp="1"/>
          </p:cNvSpPr>
          <p:nvPr>
            <p:ph type="dt" idx="9"/>
          </p:nvPr>
        </p:nvSpPr>
        <p:spPr/>
        <p:txBody>
          <a:bodyPr/>
          <a:p>
            <a:r>
              <a:rPr lang="es-ES"/>
              <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3.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Graphic 2"/>
          <p:cNvPicPr/>
          <p:nvPr/>
        </p:nvPicPr>
        <p:blipFill>
          <a:blip r:embed="rId2">
            <a:extLst>
              <a:ext uri="{96DAC541-7B7A-43D3-8B79-37D633B846F1}">
                <asvg:svgBlip xmlns:asvg="http://schemas.microsoft.com/office/drawing/2016/SVG/main" r:embed="rId3"/>
              </a:ext>
            </a:extLst>
          </a:blip>
          <a:stretch/>
        </p:blipFill>
        <p:spPr>
          <a:xfrm>
            <a:off x="779040" y="6096960"/>
            <a:ext cx="697320" cy="601200"/>
          </a:xfrm>
          <a:prstGeom prst="rect">
            <a:avLst/>
          </a:prstGeom>
          <a:noFill/>
          <a:ln w="0">
            <a:noFill/>
          </a:ln>
        </p:spPr>
      </p:pic>
      <p:sp>
        <p:nvSpPr>
          <p:cNvPr id="3" name="PlaceHolder 1"/>
          <p:cNvSpPr>
            <a:spLocks noGrp="1"/>
          </p:cNvSpPr>
          <p:nvPr>
            <p:ph type="ftr" idx="1"/>
          </p:nvPr>
        </p:nvSpPr>
        <p:spPr>
          <a:xfrm>
            <a:off x="4038480" y="6356520"/>
            <a:ext cx="4113360" cy="363600"/>
          </a:xfrm>
          <a:prstGeom prst="rect">
            <a:avLst/>
          </a:prstGeom>
          <a:noFill/>
          <a:ln w="0">
            <a:noFill/>
          </a:ln>
        </p:spPr>
        <p:txBody>
          <a:bodyPr lIns="90000" tIns="45000" rIns="90000" bIns="45000" anchor="ctr">
            <a:noAutofit/>
          </a:bodyPr>
          <a:lstStyle>
            <a:lvl1pPr indent="0" algn="ctr" defTabSz="914400">
              <a:lnSpc>
                <a:spcPct val="100000"/>
              </a:lnSpc>
              <a:buNone/>
              <a:tabLst>
                <a:tab pos="0" algn="l"/>
              </a:tabLst>
              <a:defRPr lang="en-US" sz="1400" b="0" u="none" strike="noStrike">
                <a:solidFill>
                  <a:srgbClr val="000000"/>
                </a:solidFill>
                <a:effectLst/>
                <a:uFillTx/>
                <a:latin typeface="Calibri"/>
              </a:defRPr>
            </a:lvl1pPr>
          </a:lstStyle>
          <a:p>
            <a:pPr indent="0" algn="ctr" defTabSz="914400">
              <a:lnSpc>
                <a:spcPct val="100000"/>
              </a:lnSpc>
              <a:buNone/>
              <a:tabLst>
                <a:tab pos="0" algn="l"/>
              </a:tabLst>
            </a:pPr>
            <a:r>
              <a:rPr lang="en-US" sz="1400" b="0" u="none" strike="noStrike">
                <a:solidFill>
                  <a:srgbClr val="000000"/>
                </a:solidFill>
                <a:effectLst/>
                <a:uFillTx/>
                <a:latin typeface="Calibri"/>
              </a:rPr>
              <a:t>&lt;pie de página&gt;</a:t>
            </a:r>
            <a:endParaRPr lang="es" sz="1400" b="0" u="none" strike="noStrike">
              <a:solidFill>
                <a:srgbClr val="000000"/>
              </a:solidFill>
              <a:effectLst/>
              <a:uFillTx/>
              <a:latin typeface="Calibri"/>
            </a:endParaRPr>
          </a:p>
        </p:txBody>
      </p:sp>
      <p:sp>
        <p:nvSpPr>
          <p:cNvPr id="4" name="PlaceHolder 2"/>
          <p:cNvSpPr>
            <a:spLocks noGrp="1"/>
          </p:cNvSpPr>
          <p:nvPr>
            <p:ph type="sldNum" idx="2"/>
          </p:nvPr>
        </p:nvSpPr>
        <p:spPr>
          <a:xfrm>
            <a:off x="10937160" y="6356520"/>
            <a:ext cx="415080" cy="363600"/>
          </a:xfrm>
          <a:prstGeom prst="rect">
            <a:avLst/>
          </a:prstGeom>
          <a:noFill/>
          <a:ln w="0">
            <a:noFill/>
          </a:ln>
        </p:spPr>
        <p:txBody>
          <a:bodyPr lIns="90000" tIns="45000" rIns="90000" bIns="45000" anchor="ctr">
            <a:noAutofit/>
          </a:bodyPr>
          <a:lstStyle>
            <a:lvl1pPr indent="0" algn="r" defTabSz="914400">
              <a:lnSpc>
                <a:spcPct val="100000"/>
              </a:lnSpc>
              <a:buNone/>
              <a:tabLst>
                <a:tab pos="0" algn="l"/>
              </a:tabLst>
              <a:defRPr lang="el-GR" sz="1200" b="0" u="none" strike="noStrike">
                <a:solidFill>
                  <a:schemeClr val="dk1">
                    <a:tint val="82000"/>
                  </a:schemeClr>
                </a:solidFill>
                <a:effectLst/>
                <a:uFillTx/>
                <a:latin typeface="Calibri"/>
              </a:defRPr>
            </a:lvl1pPr>
          </a:lstStyle>
          <a:p>
            <a:pPr indent="0" algn="r" defTabSz="914400">
              <a:lnSpc>
                <a:spcPct val="100000"/>
              </a:lnSpc>
              <a:buNone/>
              <a:tabLst>
                <a:tab pos="0" algn="l"/>
              </a:tabLst>
            </a:pPr>
            <a:fld id="{0E12B88E-4745-442D-B4A7-8EF91CC9A082}" type="slidenum">
              <a:rPr lang="el-GR" sz="1200" b="0" u="none" strike="noStrike">
                <a:solidFill>
                  <a:schemeClr val="dk1">
                    <a:tint val="82000"/>
                  </a:schemeClr>
                </a:solidFill>
                <a:effectLst/>
                <a:uFillTx/>
                <a:latin typeface="Calibri"/>
              </a:rPr>
              <a:t>&lt;número&gt;</a:t>
            </a:fld>
            <a:endParaRPr lang="es" sz="1200" b="0" u="none" strike="noStrike">
              <a:solidFill>
                <a:srgbClr val="000000"/>
              </a:solidFill>
              <a:effectLst/>
              <a:uFillTx/>
              <a:latin typeface="Calibri"/>
            </a:endParaRPr>
          </a:p>
        </p:txBody>
      </p:sp>
      <p:sp>
        <p:nvSpPr>
          <p:cNvPr id="5" name="PlaceHolder 3"/>
          <p:cNvSpPr>
            <a:spLocks noGrp="1"/>
          </p:cNvSpPr>
          <p:nvPr>
            <p:ph type="dt" idx="3"/>
          </p:nvPr>
        </p:nvSpPr>
        <p:spPr>
          <a:xfrm>
            <a:off x="2680920" y="6356520"/>
            <a:ext cx="898920" cy="363600"/>
          </a:xfrm>
          <a:prstGeom prst="rect">
            <a:avLst/>
          </a:prstGeom>
          <a:noFill/>
          <a:ln w="0">
            <a:noFill/>
          </a:ln>
        </p:spPr>
        <p:txBody>
          <a:bodyPr lIns="90000" tIns="45000" rIns="90000" bIns="45000" anchor="ctr">
            <a:noAutofit/>
          </a:bodyPr>
          <a:lstStyle>
            <a:lvl1pPr indent="0" algn="l">
              <a:buNone/>
              <a:defRPr lang="es" sz="1400" b="0" u="none" strike="noStrike">
                <a:solidFill>
                  <a:srgbClr val="000000"/>
                </a:solidFill>
                <a:effectLst/>
                <a:uFillTx/>
                <a:latin typeface="Calibri"/>
              </a:defRPr>
            </a:lvl1pPr>
          </a:lstStyle>
          <a:p>
            <a:pPr indent="0" algn="l">
              <a:buNone/>
            </a:pPr>
            <a:fld id="{4E6461A1-5B68-4D05-9B10-F4E508ED7EBC}" type="datetime">
              <a:rPr lang="es" sz="1400" b="0" u="none" strike="noStrike">
                <a:solidFill>
                  <a:srgbClr val="000000"/>
                </a:solidFill>
                <a:effectLst/>
                <a:uFillTx/>
                <a:latin typeface="Calibri"/>
              </a:rPr>
              <a:t>&lt;fecha/hora&gt;</a:t>
            </a:fld>
            <a:endParaRPr lang="es" sz="1400" b="0" u="none" strike="noStrike">
              <a:solidFill>
                <a:srgbClr val="000000"/>
              </a:solidFill>
              <a:effectLst/>
              <a:uFillTx/>
              <a:latin typeface="Calibri"/>
            </a:endParaRPr>
          </a:p>
        </p:txBody>
      </p:sp>
      <p:sp>
        <p:nvSpPr>
          <p:cNvPr id="6"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102000"/>
              </a:lnSpc>
              <a:buNone/>
              <a:tabLst>
                <a:tab pos="0" algn="l"/>
              </a:tabLst>
              <a:defRPr lang="de-DE" sz="1800" b="0" u="none" strike="noStrike">
                <a:solidFill>
                  <a:schemeClr val="dk1"/>
                </a:solidFill>
                <a:effectLst/>
                <a:uFillTx/>
                <a:latin typeface="Calibri"/>
              </a:defRPr>
            </a:lvl1pPr>
          </a:lstStyle>
          <a:p>
            <a:pPr indent="0" algn="l" defTabSz="914400">
              <a:lnSpc>
                <a:spcPct val="102000"/>
              </a:lnSpc>
              <a:buNone/>
              <a:tabLst>
                <a:tab pos="0" algn="l"/>
              </a:tabLst>
            </a:pPr>
            <a:r>
              <a:rPr lang="de-DE" sz="1800" b="0" u="none" strike="noStrike">
                <a:solidFill>
                  <a:schemeClr val="dk1"/>
                </a:solidFill>
                <a:effectLst/>
                <a:uFillTx/>
                <a:latin typeface="Calibri"/>
              </a:rPr>
              <a:t>Pulse para editar el formato del texto de título</a:t>
            </a:r>
            <a:endParaRPr lang="de-DE" sz="1800" b="0" u="none" strike="noStrike">
              <a:solidFill>
                <a:schemeClr val="dk1"/>
              </a:solidFill>
              <a:effectLst/>
              <a:uFillTx/>
              <a:latin typeface="Calibri"/>
            </a:endParaRPr>
          </a:p>
        </p:txBody>
      </p:sp>
      <p:sp>
        <p:nvSpPr>
          <p:cNvPr id="7"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102000"/>
              </a:lnSpc>
              <a:spcBef>
                <a:spcPts val="1417"/>
              </a:spcBef>
              <a:buClr>
                <a:srgbClr val="000000"/>
              </a:buClr>
              <a:buSzPct val="45000"/>
              <a:buFont typeface="Wingdings" charset="2"/>
              <a:buChar char=""/>
              <a:defRPr lang="de-DE" sz="2800" b="0" u="none" strike="noStrike">
                <a:solidFill>
                  <a:schemeClr val="dk1"/>
                </a:solidFill>
                <a:effectLst/>
                <a:uFillTx/>
                <a:latin typeface="Calibri"/>
              </a:defRPr>
            </a:lvl1pPr>
            <a:lvl2pPr lvl="1" algn="l" defTabSz="914400">
              <a:lnSpc>
                <a:spcPct val="102000"/>
              </a:lnSpc>
              <a:spcBef>
                <a:spcPts val="1134"/>
              </a:spcBef>
              <a:buClr>
                <a:srgbClr val="000000"/>
              </a:buClr>
              <a:buSzPct val="75000"/>
              <a:buFont typeface="Symbol" charset="2"/>
              <a:buChar char=""/>
              <a:defRPr lang="de-DE" sz="2000" b="0" u="none" strike="noStrike">
                <a:solidFill>
                  <a:schemeClr val="dk1"/>
                </a:solidFill>
                <a:effectLst/>
                <a:uFillTx/>
                <a:latin typeface="Calibri"/>
              </a:defRPr>
            </a:lvl2pPr>
            <a:lvl3pPr lvl="2" algn="l" defTabSz="914400">
              <a:lnSpc>
                <a:spcPct val="102000"/>
              </a:lnSpc>
              <a:spcBef>
                <a:spcPts val="850"/>
              </a:spcBef>
              <a:buClr>
                <a:srgbClr val="000000"/>
              </a:buClr>
              <a:buSzPct val="45000"/>
              <a:buFont typeface="Wingdings" charset="2"/>
              <a:buChar char=""/>
              <a:defRPr lang="de-DE" sz="1800" b="0" u="none" strike="noStrike">
                <a:solidFill>
                  <a:schemeClr val="dk1"/>
                </a:solidFill>
                <a:effectLst/>
                <a:uFillTx/>
                <a:latin typeface="Calibri"/>
              </a:defRPr>
            </a:lvl3pPr>
            <a:lvl4pPr lvl="3" algn="l" defTabSz="914400">
              <a:lnSpc>
                <a:spcPct val="102000"/>
              </a:lnSpc>
              <a:spcBef>
                <a:spcPts val="567"/>
              </a:spcBef>
              <a:buClr>
                <a:srgbClr val="000000"/>
              </a:buClr>
              <a:buSzPct val="75000"/>
              <a:buFont typeface="Symbol" charset="2"/>
              <a:buChar char=""/>
              <a:defRPr lang="de-DE" sz="1800" b="0" u="none" strike="noStrike">
                <a:solidFill>
                  <a:schemeClr val="dk1"/>
                </a:solidFill>
                <a:effectLst/>
                <a:uFillTx/>
                <a:latin typeface="Calibri"/>
              </a:defRPr>
            </a:lvl4pPr>
            <a:lvl5pPr lvl="4"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5pPr>
            <a:lvl6pPr lvl="5"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6pPr>
            <a:lvl7pPr lvl="6"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7pPr>
          </a:lstStyle>
          <a:p>
            <a:pPr marL="228600" indent="-228600" algn="l" defTabSz="914400">
              <a:lnSpc>
                <a:spcPct val="102000"/>
              </a:lnSpc>
              <a:spcBef>
                <a:spcPts val="1417"/>
              </a:spcBef>
              <a:buClr>
                <a:srgbClr val="000000"/>
              </a:buClr>
              <a:buSzPct val="45000"/>
              <a:buFont typeface="Wingdings" charset="2"/>
              <a:buChar char=""/>
            </a:pPr>
            <a:r>
              <a:rPr lang="de-DE" sz="2800" b="0" u="none" strike="noStrike">
                <a:solidFill>
                  <a:schemeClr val="dk1"/>
                </a:solidFill>
                <a:effectLst/>
                <a:uFillTx/>
                <a:latin typeface="Calibri"/>
              </a:rPr>
              <a:t>Pulse para editar el formato de texto del esquema</a:t>
            </a:r>
            <a:endParaRPr lang="de-DE" sz="2800" b="0" u="none" strike="noStrike">
              <a:solidFill>
                <a:schemeClr val="dk1"/>
              </a:solidFill>
              <a:effectLst/>
              <a:uFillTx/>
              <a:latin typeface="Calibri"/>
            </a:endParaRPr>
          </a:p>
          <a:p>
            <a:pPr marL="864000" lvl="1" indent="-324000" algn="l" defTabSz="914400">
              <a:lnSpc>
                <a:spcPct val="102000"/>
              </a:lnSpc>
              <a:spcBef>
                <a:spcPts val="1134"/>
              </a:spcBef>
              <a:buClr>
                <a:srgbClr val="000000"/>
              </a:buClr>
              <a:buSzPct val="75000"/>
              <a:buFont typeface="Symbol" charset="2"/>
              <a:buChar char=""/>
            </a:pPr>
            <a:r>
              <a:rPr lang="de-DE" sz="2000" b="0" u="none" strike="noStrike">
                <a:solidFill>
                  <a:schemeClr val="dk1"/>
                </a:solidFill>
                <a:effectLst/>
                <a:uFillTx/>
                <a:latin typeface="Calibri"/>
              </a:rPr>
              <a:t>Segundo nivel del esquema</a:t>
            </a:r>
            <a:endParaRPr lang="de-DE" sz="2000" b="0" u="none" strike="noStrike">
              <a:solidFill>
                <a:schemeClr val="dk1"/>
              </a:solidFill>
              <a:effectLst/>
              <a:uFillTx/>
              <a:latin typeface="Calibri"/>
            </a:endParaRPr>
          </a:p>
          <a:p>
            <a:pPr marL="1296000" lvl="2" indent="-288000" algn="l" defTabSz="914400">
              <a:lnSpc>
                <a:spcPct val="102000"/>
              </a:lnSpc>
              <a:spcBef>
                <a:spcPts val="850"/>
              </a:spcBef>
              <a:buClr>
                <a:srgbClr val="000000"/>
              </a:buClr>
              <a:buSzPct val="45000"/>
              <a:buFont typeface="Wingdings" charset="2"/>
              <a:buChar char=""/>
            </a:pPr>
            <a:r>
              <a:rPr lang="de-DE" sz="1800" b="0" u="none" strike="noStrike">
                <a:solidFill>
                  <a:schemeClr val="dk1"/>
                </a:solidFill>
                <a:effectLst/>
                <a:uFillTx/>
                <a:latin typeface="Calibri"/>
              </a:rPr>
              <a:t>Tercer nivel del esquema</a:t>
            </a:r>
            <a:endParaRPr lang="de-DE" sz="1800" b="0" u="none" strike="noStrike">
              <a:solidFill>
                <a:schemeClr val="dk1"/>
              </a:solidFill>
              <a:effectLst/>
              <a:uFillTx/>
              <a:latin typeface="Calibri"/>
            </a:endParaRPr>
          </a:p>
          <a:p>
            <a:pPr marL="1728000" lvl="3" indent="-216000" algn="l" defTabSz="914400">
              <a:lnSpc>
                <a:spcPct val="102000"/>
              </a:lnSpc>
              <a:spcBef>
                <a:spcPts val="567"/>
              </a:spcBef>
              <a:buClr>
                <a:srgbClr val="000000"/>
              </a:buClr>
              <a:buSzPct val="75000"/>
              <a:buFont typeface="Symbol" charset="2"/>
              <a:buChar char=""/>
            </a:pPr>
            <a:r>
              <a:rPr lang="de-DE" sz="1800" b="0" u="none" strike="noStrike">
                <a:solidFill>
                  <a:schemeClr val="dk1"/>
                </a:solidFill>
                <a:effectLst/>
                <a:uFillTx/>
                <a:latin typeface="Calibri"/>
              </a:rPr>
              <a:t>Cuarto nivel del esquema</a:t>
            </a:r>
            <a:endParaRPr lang="de-DE" sz="1800" b="0" u="none" strike="noStrike">
              <a:solidFill>
                <a:schemeClr val="dk1"/>
              </a:solidFill>
              <a:effectLst/>
              <a:uFillTx/>
              <a:latin typeface="Calibri"/>
            </a:endParaRPr>
          </a:p>
          <a:p>
            <a:pPr marL="2160000" lvl="4"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Quinto nivel del esquema</a:t>
            </a:r>
            <a:endParaRPr lang="de-DE" sz="2000" b="0" u="none" strike="noStrike">
              <a:solidFill>
                <a:schemeClr val="dk1"/>
              </a:solidFill>
              <a:effectLst/>
              <a:uFillTx/>
              <a:latin typeface="Calibri"/>
            </a:endParaRPr>
          </a:p>
          <a:p>
            <a:pPr marL="2592000" lvl="5"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Sexto nivel del esquema</a:t>
            </a:r>
            <a:endParaRPr lang="de-DE" sz="2000" b="0" u="none" strike="noStrike">
              <a:solidFill>
                <a:schemeClr val="dk1"/>
              </a:solidFill>
              <a:effectLst/>
              <a:uFillTx/>
              <a:latin typeface="Calibri"/>
            </a:endParaRPr>
          </a:p>
          <a:p>
            <a:pPr marL="3024000" lvl="6"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Séptimo nivel del esquema</a:t>
            </a:r>
            <a:endParaRPr lang="de-DE"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4"/>
  </p:sldLayoutIdLst>
  <p:txStyles>
    <p:titleStyle>
      <a:lvl1pPr>
        <a:defRPr lang="de-DE" sz="1800" b="0" u="none" strike="noStrike">
          <a:solidFill>
            <a:schemeClr val="dk1"/>
          </a:solidFill>
          <a:uFillTx/>
          <a:latin typeface="Calibri"/>
        </a:defRPr>
      </a:lvl1pPr>
    </p:titleStyle>
    <p:bodyStyle>
      <a:lvl1pPr>
        <a:defRPr lang="de-DE" sz="2800" b="0" u="none" strike="noStrike">
          <a:solidFill>
            <a:schemeClr val="dk1"/>
          </a:solidFill>
          <a:uFillTx/>
          <a:latin typeface="Calibri"/>
        </a:defRPr>
      </a:lvl1pPr>
      <a:lvl2pPr>
        <a:defRPr lang="de-DE" sz="2000" b="0" u="none" strike="noStrike">
          <a:solidFill>
            <a:schemeClr val="dk1"/>
          </a:solidFill>
          <a:uFillTx/>
          <a:latin typeface="Calibri"/>
        </a:defRPr>
      </a:lvl2pPr>
      <a:lvl3pPr>
        <a:defRPr lang="de-DE" sz="1800" b="0" u="none" strike="noStrike">
          <a:solidFill>
            <a:schemeClr val="dk1"/>
          </a:solidFill>
          <a:uFillTx/>
          <a:latin typeface="Calibri"/>
        </a:defRPr>
      </a:lvl3pPr>
      <a:lvl4pPr>
        <a:defRPr lang="de-DE" sz="1800" b="0" u="none" strike="noStrike">
          <a:solidFill>
            <a:schemeClr val="dk1"/>
          </a:solidFill>
          <a:uFillTx/>
          <a:latin typeface="Calibri"/>
        </a:defRPr>
      </a:lvl4pPr>
      <a:lvl5pPr>
        <a:defRPr lang="de-DE" sz="2000" b="0" u="none" strike="noStrike">
          <a:solidFill>
            <a:schemeClr val="dk1"/>
          </a:solidFill>
          <a:uFillTx/>
          <a:latin typeface="Calibri"/>
        </a:defRPr>
      </a:lvl5pPr>
      <a:lvl6pPr>
        <a:defRPr lang="de-DE" sz="2000" b="0" u="none" strike="noStrike">
          <a:solidFill>
            <a:schemeClr val="dk1"/>
          </a:solidFill>
          <a:uFillTx/>
          <a:latin typeface="Calibri"/>
        </a:defRPr>
      </a:lvl6pPr>
      <a:lvl7pPr>
        <a:defRPr lang="de-DE" sz="2000" b="0" u="none" strike="noStrike">
          <a:solidFill>
            <a:schemeClr val="dk1"/>
          </a:solidFill>
          <a:uFillTx/>
          <a:latin typeface="Calibri"/>
        </a:defRPr>
      </a:lvl7pPr>
      <a:lvl8pPr>
        <a:defRPr lang="de-DE" sz="2000" b="0" u="none" strike="noStrike">
          <a:solidFill>
            <a:schemeClr val="dk1"/>
          </a:solidFill>
          <a:uFillTx/>
          <a:latin typeface="Calibri"/>
        </a:defRPr>
      </a:lvl8pPr>
      <a:lvl9pPr>
        <a:defRPr lang="de-DE" sz="2000" b="0" u="none" strike="noStrike">
          <a:solidFill>
            <a:schemeClr val="dk1"/>
          </a:solidFill>
          <a:uFillTx/>
          <a:latin typeface="Calibri"/>
        </a:defRPr>
      </a:lvl9pPr>
    </p:bodyStyle>
  </p:txStyles>
  <p:extLst>
    <p:ext uri="urn:com:collaboraoffice:names:experimental:ooxml:xmlns:coext:1.0">
      <coext:pageGuid xmlns:coext="urn:com:collaboraoffice:names:experimental:ooxml:xmlns:coext:1.0" val="{A16898BD-7E20-4005-8537-50657A229DC6}"/>
    </p:ext>
  </p:ext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 name="Graphic 2"/>
          <p:cNvPicPr/>
          <p:nvPr/>
        </p:nvPicPr>
        <p:blipFill>
          <a:blip r:embed="rId2">
            <a:extLst>
              <a:ext uri="{96DAC541-7B7A-43D3-8B79-37D633B846F1}">
                <asvg:svgBlip xmlns:asvg="http://schemas.microsoft.com/office/drawing/2016/SVG/main" r:embed="rId3"/>
              </a:ext>
            </a:extLst>
          </a:blip>
          <a:stretch/>
        </p:blipFill>
        <p:spPr>
          <a:xfrm>
            <a:off x="779040" y="6096960"/>
            <a:ext cx="697320" cy="601200"/>
          </a:xfrm>
          <a:prstGeom prst="rect">
            <a:avLst/>
          </a:prstGeom>
          <a:noFill/>
          <a:ln w="0">
            <a:noFill/>
          </a:ln>
        </p:spPr>
      </p:pic>
      <p:sp>
        <p:nvSpPr>
          <p:cNvPr id="9" name="PlaceHolder 1"/>
          <p:cNvSpPr>
            <a:spLocks noGrp="1"/>
          </p:cNvSpPr>
          <p:nvPr>
            <p:ph type="ftr" idx="4"/>
          </p:nvPr>
        </p:nvSpPr>
        <p:spPr>
          <a:xfrm>
            <a:off x="4038480" y="6356520"/>
            <a:ext cx="4113360" cy="363600"/>
          </a:xfrm>
          <a:prstGeom prst="rect">
            <a:avLst/>
          </a:prstGeom>
          <a:noFill/>
          <a:ln w="0">
            <a:noFill/>
          </a:ln>
        </p:spPr>
        <p:txBody>
          <a:bodyPr lIns="90000" tIns="45000" rIns="90000" bIns="45000" anchor="ctr">
            <a:noAutofit/>
          </a:bodyPr>
          <a:lstStyle>
            <a:lvl1pPr indent="0" algn="ctr" defTabSz="914400">
              <a:lnSpc>
                <a:spcPct val="100000"/>
              </a:lnSpc>
              <a:buNone/>
              <a:tabLst>
                <a:tab pos="0" algn="l"/>
              </a:tabLst>
              <a:defRPr lang="en-US" sz="1400" b="0" u="none" strike="noStrike">
                <a:solidFill>
                  <a:srgbClr val="000000"/>
                </a:solidFill>
                <a:effectLst/>
                <a:uFillTx/>
                <a:latin typeface="Calibri"/>
              </a:defRPr>
            </a:lvl1pPr>
          </a:lstStyle>
          <a:p>
            <a:pPr indent="0" algn="ctr" defTabSz="914400">
              <a:lnSpc>
                <a:spcPct val="100000"/>
              </a:lnSpc>
              <a:buNone/>
              <a:tabLst>
                <a:tab pos="0" algn="l"/>
              </a:tabLst>
            </a:pPr>
            <a:r>
              <a:rPr lang="en-US" sz="1400" b="0" u="none" strike="noStrike">
                <a:solidFill>
                  <a:srgbClr val="000000"/>
                </a:solidFill>
                <a:effectLst/>
                <a:uFillTx/>
                <a:latin typeface="Calibri"/>
              </a:rPr>
              <a:t> </a:t>
            </a:r>
            <a:endParaRPr lang="es" sz="1400" b="0" u="none" strike="noStrike">
              <a:solidFill>
                <a:srgbClr val="000000"/>
              </a:solidFill>
              <a:effectLst/>
              <a:uFillTx/>
              <a:latin typeface="Calibri"/>
            </a:endParaRPr>
          </a:p>
        </p:txBody>
      </p:sp>
      <p:sp>
        <p:nvSpPr>
          <p:cNvPr id="10" name="PlaceHolder 2"/>
          <p:cNvSpPr>
            <a:spLocks noGrp="1"/>
          </p:cNvSpPr>
          <p:nvPr>
            <p:ph type="sldNum" idx="5"/>
          </p:nvPr>
        </p:nvSpPr>
        <p:spPr>
          <a:xfrm>
            <a:off x="10937160" y="6356520"/>
            <a:ext cx="415080" cy="363600"/>
          </a:xfrm>
          <a:prstGeom prst="rect">
            <a:avLst/>
          </a:prstGeom>
          <a:noFill/>
          <a:ln w="0">
            <a:noFill/>
          </a:ln>
        </p:spPr>
        <p:txBody>
          <a:bodyPr lIns="90000" tIns="45000" rIns="90000" bIns="45000" anchor="ctr">
            <a:noAutofit/>
          </a:bodyPr>
          <a:lstStyle>
            <a:lvl1pPr indent="0" algn="r" defTabSz="914400">
              <a:lnSpc>
                <a:spcPct val="100000"/>
              </a:lnSpc>
              <a:buNone/>
              <a:tabLst>
                <a:tab pos="0" algn="l"/>
              </a:tabLst>
              <a:defRPr lang="el-GR" sz="1200" b="0" u="none" strike="noStrike">
                <a:solidFill>
                  <a:schemeClr val="dk1">
                    <a:tint val="82000"/>
                  </a:schemeClr>
                </a:solidFill>
                <a:effectLst/>
                <a:uFillTx/>
                <a:latin typeface="Calibri"/>
              </a:defRPr>
            </a:lvl1pPr>
          </a:lstStyle>
          <a:p>
            <a:pPr indent="0" algn="r" defTabSz="914400">
              <a:lnSpc>
                <a:spcPct val="100000"/>
              </a:lnSpc>
              <a:buNone/>
              <a:tabLst>
                <a:tab pos="0" algn="l"/>
              </a:tabLst>
            </a:pPr>
            <a:fld id="{28F7FE3B-0490-4637-A1F8-0F0139739B66}" type="slidenum">
              <a:rPr lang="el-GR" sz="1200" b="0" u="none" strike="noStrike">
                <a:solidFill>
                  <a:schemeClr val="dk1">
                    <a:tint val="82000"/>
                  </a:schemeClr>
                </a:solidFill>
                <a:effectLst/>
                <a:uFillTx/>
                <a:latin typeface="Calibri"/>
              </a:rPr>
              <a:t>1</a:t>
            </a:fld>
            <a:endParaRPr lang="es" sz="1200" b="0" u="none" strike="noStrike">
              <a:solidFill>
                <a:srgbClr val="000000"/>
              </a:solidFill>
              <a:effectLst/>
              <a:uFillTx/>
              <a:latin typeface="Calibri"/>
            </a:endParaRPr>
          </a:p>
        </p:txBody>
      </p:sp>
      <p:sp>
        <p:nvSpPr>
          <p:cNvPr id="11" name="PlaceHolder 3"/>
          <p:cNvSpPr>
            <a:spLocks noGrp="1"/>
          </p:cNvSpPr>
          <p:nvPr>
            <p:ph type="dt" idx="6"/>
          </p:nvPr>
        </p:nvSpPr>
        <p:spPr>
          <a:xfrm>
            <a:off x="2680920" y="6356520"/>
            <a:ext cx="898920" cy="363600"/>
          </a:xfrm>
          <a:prstGeom prst="rect">
            <a:avLst/>
          </a:prstGeom>
          <a:noFill/>
          <a:ln w="0">
            <a:noFill/>
          </a:ln>
        </p:spPr>
        <p:txBody>
          <a:bodyPr lIns="90000" tIns="45000" rIns="90000" bIns="45000" anchor="ctr">
            <a:noAutofit/>
          </a:bodyPr>
          <a:lstStyle>
            <a:lvl1pPr indent="0" algn="l">
              <a:buNone/>
              <a:defRPr lang="es" sz="1400" b="0" u="none" strike="noStrike">
                <a:solidFill>
                  <a:srgbClr val="000000"/>
                </a:solidFill>
                <a:effectLst/>
                <a:uFillTx/>
                <a:latin typeface="Calibri"/>
              </a:defRPr>
            </a:lvl1pPr>
          </a:lstStyle>
          <a:p>
            <a:pPr indent="0" algn="l">
              <a:buNone/>
            </a:pPr>
            <a:fld id="{09BFE1AD-9165-460A-93DD-A5ECFA08A3A4}" type="datetime">
              <a:rPr lang="es" sz="1400" b="0" u="none" strike="noStrike">
                <a:solidFill>
                  <a:srgbClr val="000000"/>
                </a:solidFill>
                <a:effectLst/>
                <a:uFillTx/>
                <a:latin typeface="Calibri"/>
              </a:rPr>
              <a:t> </a:t>
            </a:fld>
            <a:endParaRPr lang="es" sz="1400" b="0" u="none" strike="noStrike">
              <a:solidFill>
                <a:srgbClr val="000000"/>
              </a:solidFill>
              <a:effectLst/>
              <a:uFillTx/>
              <a:latin typeface="Calibri"/>
            </a:endParaRPr>
          </a:p>
        </p:txBody>
      </p:sp>
      <p:sp>
        <p:nvSpPr>
          <p:cNvPr id="12"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102000"/>
              </a:lnSpc>
              <a:buNone/>
              <a:tabLst>
                <a:tab pos="0" algn="l"/>
              </a:tabLst>
              <a:defRPr lang="de-DE" sz="1800" b="0" u="none" strike="noStrike">
                <a:solidFill>
                  <a:schemeClr val="dk1"/>
                </a:solidFill>
                <a:effectLst/>
                <a:uFillTx/>
                <a:latin typeface="Calibri"/>
              </a:defRPr>
            </a:lvl1pPr>
          </a:lstStyle>
          <a:p>
            <a:pPr indent="0" algn="l" defTabSz="914400">
              <a:lnSpc>
                <a:spcPct val="102000"/>
              </a:lnSpc>
              <a:buNone/>
              <a:tabLst>
                <a:tab pos="0" algn="l"/>
              </a:tabLst>
            </a:pPr>
            <a:r>
              <a:rPr lang="de-DE" sz="1800" b="0" u="none" strike="noStrike">
                <a:solidFill>
                  <a:schemeClr val="dk1"/>
                </a:solidFill>
                <a:effectLst/>
                <a:uFillTx/>
                <a:latin typeface="Calibri"/>
              </a:rPr>
              <a:t>Pulse para editar el formato del texto de título</a:t>
            </a:r>
            <a:endParaRPr lang="de-DE" sz="1800" b="0" u="none" strike="noStrike">
              <a:solidFill>
                <a:schemeClr val="dk1"/>
              </a:solidFill>
              <a:effectLst/>
              <a:uFillTx/>
              <a:latin typeface="Calibri"/>
            </a:endParaRPr>
          </a:p>
        </p:txBody>
      </p:sp>
      <p:sp>
        <p:nvSpPr>
          <p:cNvPr id="13"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102000"/>
              </a:lnSpc>
              <a:spcBef>
                <a:spcPts val="1417"/>
              </a:spcBef>
              <a:buClr>
                <a:srgbClr val="000000"/>
              </a:buClr>
              <a:buSzPct val="45000"/>
              <a:buFont typeface="Wingdings" charset="2"/>
              <a:buChar char=""/>
              <a:defRPr lang="de-DE" sz="2800" b="0" u="none" strike="noStrike">
                <a:solidFill>
                  <a:schemeClr val="dk1"/>
                </a:solidFill>
                <a:effectLst/>
                <a:uFillTx/>
                <a:latin typeface="Calibri"/>
              </a:defRPr>
            </a:lvl1pPr>
            <a:lvl2pPr lvl="1" algn="l" defTabSz="914400">
              <a:lnSpc>
                <a:spcPct val="102000"/>
              </a:lnSpc>
              <a:spcBef>
                <a:spcPts val="1134"/>
              </a:spcBef>
              <a:buClr>
                <a:srgbClr val="000000"/>
              </a:buClr>
              <a:buSzPct val="75000"/>
              <a:buFont typeface="Symbol" charset="2"/>
              <a:buChar char=""/>
              <a:defRPr lang="de-DE" sz="2000" b="0" u="none" strike="noStrike">
                <a:solidFill>
                  <a:schemeClr val="dk1"/>
                </a:solidFill>
                <a:effectLst/>
                <a:uFillTx/>
                <a:latin typeface="Calibri"/>
              </a:defRPr>
            </a:lvl2pPr>
            <a:lvl3pPr lvl="2" algn="l" defTabSz="914400">
              <a:lnSpc>
                <a:spcPct val="102000"/>
              </a:lnSpc>
              <a:spcBef>
                <a:spcPts val="850"/>
              </a:spcBef>
              <a:buClr>
                <a:srgbClr val="000000"/>
              </a:buClr>
              <a:buSzPct val="45000"/>
              <a:buFont typeface="Wingdings" charset="2"/>
              <a:buChar char=""/>
              <a:defRPr lang="de-DE" sz="1800" b="0" u="none" strike="noStrike">
                <a:solidFill>
                  <a:schemeClr val="dk1"/>
                </a:solidFill>
                <a:effectLst/>
                <a:uFillTx/>
                <a:latin typeface="Calibri"/>
              </a:defRPr>
            </a:lvl3pPr>
            <a:lvl4pPr lvl="3" algn="l" defTabSz="914400">
              <a:lnSpc>
                <a:spcPct val="102000"/>
              </a:lnSpc>
              <a:spcBef>
                <a:spcPts val="567"/>
              </a:spcBef>
              <a:buClr>
                <a:srgbClr val="000000"/>
              </a:buClr>
              <a:buSzPct val="75000"/>
              <a:buFont typeface="Symbol" charset="2"/>
              <a:buChar char=""/>
              <a:defRPr lang="de-DE" sz="1800" b="0" u="none" strike="noStrike">
                <a:solidFill>
                  <a:schemeClr val="dk1"/>
                </a:solidFill>
                <a:effectLst/>
                <a:uFillTx/>
                <a:latin typeface="Calibri"/>
              </a:defRPr>
            </a:lvl4pPr>
            <a:lvl5pPr lvl="4"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5pPr>
            <a:lvl6pPr lvl="5"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6pPr>
            <a:lvl7pPr lvl="6"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7pPr>
          </a:lstStyle>
          <a:p>
            <a:pPr marL="228600" indent="-228600" algn="l" defTabSz="914400">
              <a:lnSpc>
                <a:spcPct val="102000"/>
              </a:lnSpc>
              <a:spcBef>
                <a:spcPts val="1417"/>
              </a:spcBef>
              <a:buClr>
                <a:srgbClr val="000000"/>
              </a:buClr>
              <a:buSzPct val="45000"/>
              <a:buFont typeface="Wingdings" charset="2"/>
              <a:buChar char=""/>
            </a:pPr>
            <a:r>
              <a:rPr lang="de-DE" sz="2800" b="0" u="none" strike="noStrike">
                <a:solidFill>
                  <a:schemeClr val="dk1"/>
                </a:solidFill>
                <a:effectLst/>
                <a:uFillTx/>
                <a:latin typeface="Calibri"/>
              </a:rPr>
              <a:t>Pulse para editar el formato de texto del esquema</a:t>
            </a:r>
            <a:endParaRPr lang="de-DE" sz="2800" b="0" u="none" strike="noStrike">
              <a:solidFill>
                <a:schemeClr val="dk1"/>
              </a:solidFill>
              <a:effectLst/>
              <a:uFillTx/>
              <a:latin typeface="Calibri"/>
            </a:endParaRPr>
          </a:p>
          <a:p>
            <a:pPr marL="864000" lvl="1" indent="-324000" algn="l" defTabSz="914400">
              <a:lnSpc>
                <a:spcPct val="102000"/>
              </a:lnSpc>
              <a:spcBef>
                <a:spcPts val="1134"/>
              </a:spcBef>
              <a:buClr>
                <a:srgbClr val="000000"/>
              </a:buClr>
              <a:buSzPct val="75000"/>
              <a:buFont typeface="Symbol" charset="2"/>
              <a:buChar char=""/>
            </a:pPr>
            <a:r>
              <a:rPr lang="de-DE" sz="2000" b="0" u="none" strike="noStrike">
                <a:solidFill>
                  <a:schemeClr val="dk1"/>
                </a:solidFill>
                <a:effectLst/>
                <a:uFillTx/>
                <a:latin typeface="Calibri"/>
              </a:rPr>
              <a:t>Segundo nivel del esquema</a:t>
            </a:r>
            <a:endParaRPr lang="de-DE" sz="2000" b="0" u="none" strike="noStrike">
              <a:solidFill>
                <a:schemeClr val="dk1"/>
              </a:solidFill>
              <a:effectLst/>
              <a:uFillTx/>
              <a:latin typeface="Calibri"/>
            </a:endParaRPr>
          </a:p>
          <a:p>
            <a:pPr marL="1296000" lvl="2" indent="-288000" algn="l" defTabSz="914400">
              <a:lnSpc>
                <a:spcPct val="102000"/>
              </a:lnSpc>
              <a:spcBef>
                <a:spcPts val="850"/>
              </a:spcBef>
              <a:buClr>
                <a:srgbClr val="000000"/>
              </a:buClr>
              <a:buSzPct val="45000"/>
              <a:buFont typeface="Wingdings" charset="2"/>
              <a:buChar char=""/>
            </a:pPr>
            <a:r>
              <a:rPr lang="de-DE" sz="1800" b="0" u="none" strike="noStrike">
                <a:solidFill>
                  <a:schemeClr val="dk1"/>
                </a:solidFill>
                <a:effectLst/>
                <a:uFillTx/>
                <a:latin typeface="Calibri"/>
              </a:rPr>
              <a:t>Tercer nivel del esquema</a:t>
            </a:r>
            <a:endParaRPr lang="de-DE" sz="1800" b="0" u="none" strike="noStrike">
              <a:solidFill>
                <a:schemeClr val="dk1"/>
              </a:solidFill>
              <a:effectLst/>
              <a:uFillTx/>
              <a:latin typeface="Calibri"/>
            </a:endParaRPr>
          </a:p>
          <a:p>
            <a:pPr marL="1728000" lvl="3" indent="-216000" algn="l" defTabSz="914400">
              <a:lnSpc>
                <a:spcPct val="102000"/>
              </a:lnSpc>
              <a:spcBef>
                <a:spcPts val="567"/>
              </a:spcBef>
              <a:buClr>
                <a:srgbClr val="000000"/>
              </a:buClr>
              <a:buSzPct val="75000"/>
              <a:buFont typeface="Symbol" charset="2"/>
              <a:buChar char=""/>
            </a:pPr>
            <a:r>
              <a:rPr lang="de-DE" sz="1800" b="0" u="none" strike="noStrike">
                <a:solidFill>
                  <a:schemeClr val="dk1"/>
                </a:solidFill>
                <a:effectLst/>
                <a:uFillTx/>
                <a:latin typeface="Calibri"/>
              </a:rPr>
              <a:t>Cuarto nivel del esquema</a:t>
            </a:r>
            <a:endParaRPr lang="de-DE" sz="1800" b="0" u="none" strike="noStrike">
              <a:solidFill>
                <a:schemeClr val="dk1"/>
              </a:solidFill>
              <a:effectLst/>
              <a:uFillTx/>
              <a:latin typeface="Calibri"/>
            </a:endParaRPr>
          </a:p>
          <a:p>
            <a:pPr marL="2160000" lvl="4"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Quinto nivel del esquema</a:t>
            </a:r>
            <a:endParaRPr lang="de-DE" sz="2000" b="0" u="none" strike="noStrike">
              <a:solidFill>
                <a:schemeClr val="dk1"/>
              </a:solidFill>
              <a:effectLst/>
              <a:uFillTx/>
              <a:latin typeface="Calibri"/>
            </a:endParaRPr>
          </a:p>
          <a:p>
            <a:pPr marL="2592000" lvl="5"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Sexto nivel del esquema</a:t>
            </a:r>
            <a:endParaRPr lang="de-DE" sz="2000" b="0" u="none" strike="noStrike">
              <a:solidFill>
                <a:schemeClr val="dk1"/>
              </a:solidFill>
              <a:effectLst/>
              <a:uFillTx/>
              <a:latin typeface="Calibri"/>
            </a:endParaRPr>
          </a:p>
          <a:p>
            <a:pPr marL="3024000" lvl="6"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Séptimo nivel del esquema</a:t>
            </a:r>
            <a:endParaRPr lang="de-DE"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51" r:id="rId4"/>
  </p:sldLayoutIdLst>
  <p:txStyles>
    <p:titleStyle>
      <a:lvl1pPr>
        <a:defRPr lang="de-DE" sz="1800" b="0" u="none" strike="noStrike">
          <a:solidFill>
            <a:schemeClr val="dk1"/>
          </a:solidFill>
          <a:uFillTx/>
          <a:latin typeface="Calibri"/>
        </a:defRPr>
      </a:lvl1pPr>
    </p:titleStyle>
    <p:bodyStyle>
      <a:lvl1pPr>
        <a:defRPr lang="de-DE" sz="2800" b="0" u="none" strike="noStrike">
          <a:solidFill>
            <a:schemeClr val="dk1"/>
          </a:solidFill>
          <a:uFillTx/>
          <a:latin typeface="Calibri"/>
        </a:defRPr>
      </a:lvl1pPr>
      <a:lvl2pPr>
        <a:defRPr lang="de-DE" sz="2000" b="0" u="none" strike="noStrike">
          <a:solidFill>
            <a:schemeClr val="dk1"/>
          </a:solidFill>
          <a:uFillTx/>
          <a:latin typeface="Calibri"/>
        </a:defRPr>
      </a:lvl2pPr>
      <a:lvl3pPr>
        <a:defRPr lang="de-DE" sz="1800" b="0" u="none" strike="noStrike">
          <a:solidFill>
            <a:schemeClr val="dk1"/>
          </a:solidFill>
          <a:uFillTx/>
          <a:latin typeface="Calibri"/>
        </a:defRPr>
      </a:lvl3pPr>
      <a:lvl4pPr>
        <a:defRPr lang="de-DE" sz="1800" b="0" u="none" strike="noStrike">
          <a:solidFill>
            <a:schemeClr val="dk1"/>
          </a:solidFill>
          <a:uFillTx/>
          <a:latin typeface="Calibri"/>
        </a:defRPr>
      </a:lvl4pPr>
      <a:lvl5pPr>
        <a:defRPr lang="de-DE" sz="2000" b="0" u="none" strike="noStrike">
          <a:solidFill>
            <a:schemeClr val="dk1"/>
          </a:solidFill>
          <a:uFillTx/>
          <a:latin typeface="Calibri"/>
        </a:defRPr>
      </a:lvl5pPr>
      <a:lvl6pPr>
        <a:defRPr lang="de-DE" sz="2000" b="0" u="none" strike="noStrike">
          <a:solidFill>
            <a:schemeClr val="dk1"/>
          </a:solidFill>
          <a:uFillTx/>
          <a:latin typeface="Calibri"/>
        </a:defRPr>
      </a:lvl6pPr>
      <a:lvl7pPr>
        <a:defRPr lang="de-DE" sz="2000" b="0" u="none" strike="noStrike">
          <a:solidFill>
            <a:schemeClr val="dk1"/>
          </a:solidFill>
          <a:uFillTx/>
          <a:latin typeface="Calibri"/>
        </a:defRPr>
      </a:lvl7pPr>
      <a:lvl8pPr>
        <a:defRPr lang="de-DE" sz="2000" b="0" u="none" strike="noStrike">
          <a:solidFill>
            <a:schemeClr val="dk1"/>
          </a:solidFill>
          <a:uFillTx/>
          <a:latin typeface="Calibri"/>
        </a:defRPr>
      </a:lvl8pPr>
      <a:lvl9pPr>
        <a:defRPr lang="de-DE" sz="2000" b="0" u="none" strike="noStrike">
          <a:solidFill>
            <a:schemeClr val="dk1"/>
          </a:solidFill>
          <a:uFillTx/>
          <a:latin typeface="Calibri"/>
        </a:defRPr>
      </a:lvl9pPr>
    </p:bodyStyle>
  </p:txStyles>
  <p:extLst>
    <p:ext uri="urn:com:collaboraoffice:names:experimental:ooxml:xmlns:coext:1.0">
      <coext:pageGuid xmlns:coext="urn:com:collaboraoffice:names:experimental:ooxml:xmlns:coext:1.0" val="{A05FE6CD-109E-481F-81FB-CDB9514696ED}"/>
    </p:ext>
  </p:ext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4" name="Graphic 2"/>
          <p:cNvPicPr/>
          <p:nvPr/>
        </p:nvPicPr>
        <p:blipFill>
          <a:blip r:embed="rId2">
            <a:extLst>
              <a:ext uri="{96DAC541-7B7A-43D3-8B79-37D633B846F1}">
                <asvg:svgBlip xmlns:asvg="http://schemas.microsoft.com/office/drawing/2016/SVG/main" r:embed="rId3"/>
              </a:ext>
            </a:extLst>
          </a:blip>
          <a:stretch/>
        </p:blipFill>
        <p:spPr>
          <a:xfrm>
            <a:off x="779040" y="6096960"/>
            <a:ext cx="697320" cy="601200"/>
          </a:xfrm>
          <a:prstGeom prst="rect">
            <a:avLst/>
          </a:prstGeom>
          <a:noFill/>
          <a:ln w="0">
            <a:noFill/>
          </a:ln>
        </p:spPr>
      </p:pic>
      <p:sp>
        <p:nvSpPr>
          <p:cNvPr id="15" name="PlaceHolder 1"/>
          <p:cNvSpPr>
            <a:spLocks noGrp="1"/>
          </p:cNvSpPr>
          <p:nvPr>
            <p:ph type="ftr" idx="7"/>
          </p:nvPr>
        </p:nvSpPr>
        <p:spPr>
          <a:xfrm>
            <a:off x="4038480" y="6356520"/>
            <a:ext cx="4113360" cy="363600"/>
          </a:xfrm>
          <a:prstGeom prst="rect">
            <a:avLst/>
          </a:prstGeom>
          <a:noFill/>
          <a:ln w="0">
            <a:noFill/>
          </a:ln>
        </p:spPr>
        <p:txBody>
          <a:bodyPr lIns="90000" tIns="45000" rIns="90000" bIns="45000" anchor="ctr">
            <a:noAutofit/>
          </a:bodyPr>
          <a:lstStyle>
            <a:lvl1pPr indent="0" algn="ctr" defTabSz="914400">
              <a:lnSpc>
                <a:spcPct val="100000"/>
              </a:lnSpc>
              <a:buNone/>
              <a:tabLst>
                <a:tab pos="0" algn="l"/>
              </a:tabLst>
              <a:defRPr lang="en-US" sz="1400" b="0" u="none" strike="noStrike">
                <a:solidFill>
                  <a:srgbClr val="000000"/>
                </a:solidFill>
                <a:effectLst/>
                <a:uFillTx/>
                <a:latin typeface="Calibri"/>
              </a:defRPr>
            </a:lvl1pPr>
          </a:lstStyle>
          <a:p>
            <a:pPr indent="0" algn="ctr" defTabSz="914400">
              <a:lnSpc>
                <a:spcPct val="100000"/>
              </a:lnSpc>
              <a:buNone/>
              <a:tabLst>
                <a:tab pos="0" algn="l"/>
              </a:tabLst>
            </a:pPr>
            <a:r>
              <a:rPr lang="en-US" sz="1400" b="0" u="none" strike="noStrike">
                <a:solidFill>
                  <a:srgbClr val="000000"/>
                </a:solidFill>
                <a:effectLst/>
                <a:uFillTx/>
                <a:latin typeface="Calibri"/>
              </a:rPr>
              <a:t> </a:t>
            </a:r>
            <a:endParaRPr lang="es" sz="1400" b="0" u="none" strike="noStrike">
              <a:solidFill>
                <a:srgbClr val="000000"/>
              </a:solidFill>
              <a:effectLst/>
              <a:uFillTx/>
              <a:latin typeface="Calibri"/>
            </a:endParaRPr>
          </a:p>
        </p:txBody>
      </p:sp>
      <p:sp>
        <p:nvSpPr>
          <p:cNvPr id="16" name="PlaceHolder 2"/>
          <p:cNvSpPr>
            <a:spLocks noGrp="1"/>
          </p:cNvSpPr>
          <p:nvPr>
            <p:ph type="sldNum" idx="8"/>
          </p:nvPr>
        </p:nvSpPr>
        <p:spPr>
          <a:xfrm>
            <a:off x="10937160" y="6356520"/>
            <a:ext cx="415080" cy="363600"/>
          </a:xfrm>
          <a:prstGeom prst="rect">
            <a:avLst/>
          </a:prstGeom>
          <a:noFill/>
          <a:ln w="0">
            <a:noFill/>
          </a:ln>
        </p:spPr>
        <p:txBody>
          <a:bodyPr lIns="90000" tIns="45000" rIns="90000" bIns="45000" anchor="ctr">
            <a:noAutofit/>
          </a:bodyPr>
          <a:lstStyle>
            <a:lvl1pPr indent="0" algn="r" defTabSz="914400">
              <a:lnSpc>
                <a:spcPct val="100000"/>
              </a:lnSpc>
              <a:buNone/>
              <a:tabLst>
                <a:tab pos="0" algn="l"/>
              </a:tabLst>
              <a:defRPr lang="el-GR" sz="1200" b="0" u="none" strike="noStrike">
                <a:solidFill>
                  <a:schemeClr val="dk1">
                    <a:tint val="82000"/>
                  </a:schemeClr>
                </a:solidFill>
                <a:effectLst/>
                <a:uFillTx/>
                <a:latin typeface="Calibri"/>
              </a:defRPr>
            </a:lvl1pPr>
          </a:lstStyle>
          <a:p>
            <a:pPr indent="0" algn="r" defTabSz="914400">
              <a:lnSpc>
                <a:spcPct val="100000"/>
              </a:lnSpc>
              <a:buNone/>
              <a:tabLst>
                <a:tab pos="0" algn="l"/>
              </a:tabLst>
            </a:pPr>
            <a:fld id="{FB2CE001-9977-41C2-A8A8-19DB6D26CDB6}" type="slidenum">
              <a:rPr lang="el-GR" sz="1200" b="0" u="none" strike="noStrike">
                <a:solidFill>
                  <a:schemeClr val="dk1">
                    <a:tint val="82000"/>
                  </a:schemeClr>
                </a:solidFill>
                <a:effectLst/>
                <a:uFillTx/>
                <a:latin typeface="Calibri"/>
              </a:rPr>
              <a:t>1</a:t>
            </a:fld>
            <a:endParaRPr lang="es" sz="1200" b="0" u="none" strike="noStrike">
              <a:solidFill>
                <a:srgbClr val="000000"/>
              </a:solidFill>
              <a:effectLst/>
              <a:uFillTx/>
              <a:latin typeface="Calibri"/>
            </a:endParaRPr>
          </a:p>
        </p:txBody>
      </p:sp>
      <p:sp>
        <p:nvSpPr>
          <p:cNvPr id="17" name="PlaceHolder 3"/>
          <p:cNvSpPr>
            <a:spLocks noGrp="1"/>
          </p:cNvSpPr>
          <p:nvPr>
            <p:ph type="dt" idx="9"/>
          </p:nvPr>
        </p:nvSpPr>
        <p:spPr>
          <a:xfrm>
            <a:off x="2680920" y="6356520"/>
            <a:ext cx="898920" cy="363600"/>
          </a:xfrm>
          <a:prstGeom prst="rect">
            <a:avLst/>
          </a:prstGeom>
          <a:noFill/>
          <a:ln w="0">
            <a:noFill/>
          </a:ln>
        </p:spPr>
        <p:txBody>
          <a:bodyPr lIns="90000" tIns="45000" rIns="90000" bIns="45000" anchor="ctr">
            <a:noAutofit/>
          </a:bodyPr>
          <a:lstStyle>
            <a:lvl1pPr indent="0" algn="l">
              <a:buNone/>
              <a:defRPr lang="es" sz="1400" b="0" u="none" strike="noStrike">
                <a:solidFill>
                  <a:srgbClr val="000000"/>
                </a:solidFill>
                <a:effectLst/>
                <a:uFillTx/>
                <a:latin typeface="Calibri"/>
              </a:defRPr>
            </a:lvl1pPr>
          </a:lstStyle>
          <a:p>
            <a:pPr indent="0" algn="l">
              <a:buNone/>
            </a:pPr>
            <a:fld id="{B5EE038F-F036-4729-BB10-FAD2E1A52E2A}" type="datetime">
              <a:rPr lang="es" sz="1400" b="0" u="none" strike="noStrike">
                <a:solidFill>
                  <a:srgbClr val="000000"/>
                </a:solidFill>
                <a:effectLst/>
                <a:uFillTx/>
                <a:latin typeface="Calibri"/>
              </a:rPr>
              <a:t> </a:t>
            </a:fld>
            <a:endParaRPr lang="es" sz="1400" b="0" u="none" strike="noStrike">
              <a:solidFill>
                <a:srgbClr val="000000"/>
              </a:solidFill>
              <a:effectLst/>
              <a:uFillTx/>
              <a:latin typeface="Calibri"/>
            </a:endParaRPr>
          </a:p>
        </p:txBody>
      </p:sp>
      <p:sp>
        <p:nvSpPr>
          <p:cNvPr id="18"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102000"/>
              </a:lnSpc>
              <a:buNone/>
              <a:tabLst>
                <a:tab pos="0" algn="l"/>
              </a:tabLst>
              <a:defRPr lang="de-DE" sz="1800" b="0" u="none" strike="noStrike">
                <a:solidFill>
                  <a:schemeClr val="dk1"/>
                </a:solidFill>
                <a:effectLst/>
                <a:uFillTx/>
                <a:latin typeface="Calibri"/>
              </a:defRPr>
            </a:lvl1pPr>
          </a:lstStyle>
          <a:p>
            <a:pPr indent="0" algn="l" defTabSz="914400">
              <a:lnSpc>
                <a:spcPct val="102000"/>
              </a:lnSpc>
              <a:buNone/>
              <a:tabLst>
                <a:tab pos="0" algn="l"/>
              </a:tabLst>
            </a:pPr>
            <a:r>
              <a:rPr lang="de-DE" sz="1800" b="0" u="none" strike="noStrike">
                <a:solidFill>
                  <a:schemeClr val="dk1"/>
                </a:solidFill>
                <a:effectLst/>
                <a:uFillTx/>
                <a:latin typeface="Calibri"/>
              </a:rPr>
              <a:t>Pulse para editar el formato del texto de título</a:t>
            </a:r>
            <a:endParaRPr lang="de-DE" sz="1800" b="0" u="none" strike="noStrike">
              <a:solidFill>
                <a:schemeClr val="dk1"/>
              </a:solidFill>
              <a:effectLst/>
              <a:uFillTx/>
              <a:latin typeface="Calibri"/>
            </a:endParaRPr>
          </a:p>
        </p:txBody>
      </p:sp>
      <p:sp>
        <p:nvSpPr>
          <p:cNvPr id="19"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102000"/>
              </a:lnSpc>
              <a:spcBef>
                <a:spcPts val="1417"/>
              </a:spcBef>
              <a:buClr>
                <a:srgbClr val="000000"/>
              </a:buClr>
              <a:buSzPct val="45000"/>
              <a:buFont typeface="Wingdings" charset="2"/>
              <a:buChar char=""/>
              <a:defRPr lang="de-DE" sz="2800" b="0" u="none" strike="noStrike">
                <a:solidFill>
                  <a:schemeClr val="dk1"/>
                </a:solidFill>
                <a:effectLst/>
                <a:uFillTx/>
                <a:latin typeface="Calibri"/>
              </a:defRPr>
            </a:lvl1pPr>
            <a:lvl2pPr lvl="1" algn="l" defTabSz="914400">
              <a:lnSpc>
                <a:spcPct val="102000"/>
              </a:lnSpc>
              <a:spcBef>
                <a:spcPts val="1134"/>
              </a:spcBef>
              <a:buClr>
                <a:srgbClr val="000000"/>
              </a:buClr>
              <a:buSzPct val="75000"/>
              <a:buFont typeface="Symbol" charset="2"/>
              <a:buChar char=""/>
              <a:defRPr lang="de-DE" sz="2000" b="0" u="none" strike="noStrike">
                <a:solidFill>
                  <a:schemeClr val="dk1"/>
                </a:solidFill>
                <a:effectLst/>
                <a:uFillTx/>
                <a:latin typeface="Calibri"/>
              </a:defRPr>
            </a:lvl2pPr>
            <a:lvl3pPr lvl="2" algn="l" defTabSz="914400">
              <a:lnSpc>
                <a:spcPct val="102000"/>
              </a:lnSpc>
              <a:spcBef>
                <a:spcPts val="850"/>
              </a:spcBef>
              <a:buClr>
                <a:srgbClr val="000000"/>
              </a:buClr>
              <a:buSzPct val="45000"/>
              <a:buFont typeface="Wingdings" charset="2"/>
              <a:buChar char=""/>
              <a:defRPr lang="de-DE" sz="1800" b="0" u="none" strike="noStrike">
                <a:solidFill>
                  <a:schemeClr val="dk1"/>
                </a:solidFill>
                <a:effectLst/>
                <a:uFillTx/>
                <a:latin typeface="Calibri"/>
              </a:defRPr>
            </a:lvl3pPr>
            <a:lvl4pPr lvl="3" algn="l" defTabSz="914400">
              <a:lnSpc>
                <a:spcPct val="102000"/>
              </a:lnSpc>
              <a:spcBef>
                <a:spcPts val="567"/>
              </a:spcBef>
              <a:buClr>
                <a:srgbClr val="000000"/>
              </a:buClr>
              <a:buSzPct val="75000"/>
              <a:buFont typeface="Symbol" charset="2"/>
              <a:buChar char=""/>
              <a:defRPr lang="de-DE" sz="1800" b="0" u="none" strike="noStrike">
                <a:solidFill>
                  <a:schemeClr val="dk1"/>
                </a:solidFill>
                <a:effectLst/>
                <a:uFillTx/>
                <a:latin typeface="Calibri"/>
              </a:defRPr>
            </a:lvl4pPr>
            <a:lvl5pPr lvl="4"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5pPr>
            <a:lvl6pPr lvl="5"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6pPr>
            <a:lvl7pPr lvl="6"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7pPr>
          </a:lstStyle>
          <a:p>
            <a:pPr marL="228600" indent="-228600" algn="l" defTabSz="914400">
              <a:lnSpc>
                <a:spcPct val="102000"/>
              </a:lnSpc>
              <a:spcBef>
                <a:spcPts val="1417"/>
              </a:spcBef>
              <a:buClr>
                <a:srgbClr val="000000"/>
              </a:buClr>
              <a:buSzPct val="45000"/>
              <a:buFont typeface="Wingdings" charset="2"/>
              <a:buChar char=""/>
            </a:pPr>
            <a:r>
              <a:rPr lang="de-DE" sz="2800" b="0" u="none" strike="noStrike">
                <a:solidFill>
                  <a:schemeClr val="dk1"/>
                </a:solidFill>
                <a:effectLst/>
                <a:uFillTx/>
                <a:latin typeface="Calibri"/>
              </a:rPr>
              <a:t>Pulse para editar el formato de texto del esquema</a:t>
            </a:r>
            <a:endParaRPr lang="de-DE" sz="2800" b="0" u="none" strike="noStrike">
              <a:solidFill>
                <a:schemeClr val="dk1"/>
              </a:solidFill>
              <a:effectLst/>
              <a:uFillTx/>
              <a:latin typeface="Calibri"/>
            </a:endParaRPr>
          </a:p>
          <a:p>
            <a:pPr marL="864000" lvl="1" indent="-324000" algn="l" defTabSz="914400">
              <a:lnSpc>
                <a:spcPct val="102000"/>
              </a:lnSpc>
              <a:spcBef>
                <a:spcPts val="1134"/>
              </a:spcBef>
              <a:buClr>
                <a:srgbClr val="000000"/>
              </a:buClr>
              <a:buSzPct val="75000"/>
              <a:buFont typeface="Symbol" charset="2"/>
              <a:buChar char=""/>
            </a:pPr>
            <a:r>
              <a:rPr lang="de-DE" sz="2000" b="0" u="none" strike="noStrike">
                <a:solidFill>
                  <a:schemeClr val="dk1"/>
                </a:solidFill>
                <a:effectLst/>
                <a:uFillTx/>
                <a:latin typeface="Calibri"/>
              </a:rPr>
              <a:t>Segundo nivel del esquema</a:t>
            </a:r>
            <a:endParaRPr lang="de-DE" sz="2000" b="0" u="none" strike="noStrike">
              <a:solidFill>
                <a:schemeClr val="dk1"/>
              </a:solidFill>
              <a:effectLst/>
              <a:uFillTx/>
              <a:latin typeface="Calibri"/>
            </a:endParaRPr>
          </a:p>
          <a:p>
            <a:pPr marL="1296000" lvl="2" indent="-288000" algn="l" defTabSz="914400">
              <a:lnSpc>
                <a:spcPct val="102000"/>
              </a:lnSpc>
              <a:spcBef>
                <a:spcPts val="850"/>
              </a:spcBef>
              <a:buClr>
                <a:srgbClr val="000000"/>
              </a:buClr>
              <a:buSzPct val="45000"/>
              <a:buFont typeface="Wingdings" charset="2"/>
              <a:buChar char=""/>
            </a:pPr>
            <a:r>
              <a:rPr lang="de-DE" sz="1800" b="0" u="none" strike="noStrike">
                <a:solidFill>
                  <a:schemeClr val="dk1"/>
                </a:solidFill>
                <a:effectLst/>
                <a:uFillTx/>
                <a:latin typeface="Calibri"/>
              </a:rPr>
              <a:t>Tercer nivel del esquema</a:t>
            </a:r>
            <a:endParaRPr lang="de-DE" sz="1800" b="0" u="none" strike="noStrike">
              <a:solidFill>
                <a:schemeClr val="dk1"/>
              </a:solidFill>
              <a:effectLst/>
              <a:uFillTx/>
              <a:latin typeface="Calibri"/>
            </a:endParaRPr>
          </a:p>
          <a:p>
            <a:pPr marL="1728000" lvl="3" indent="-216000" algn="l" defTabSz="914400">
              <a:lnSpc>
                <a:spcPct val="102000"/>
              </a:lnSpc>
              <a:spcBef>
                <a:spcPts val="567"/>
              </a:spcBef>
              <a:buClr>
                <a:srgbClr val="000000"/>
              </a:buClr>
              <a:buSzPct val="75000"/>
              <a:buFont typeface="Symbol" charset="2"/>
              <a:buChar char=""/>
            </a:pPr>
            <a:r>
              <a:rPr lang="de-DE" sz="1800" b="0" u="none" strike="noStrike">
                <a:solidFill>
                  <a:schemeClr val="dk1"/>
                </a:solidFill>
                <a:effectLst/>
                <a:uFillTx/>
                <a:latin typeface="Calibri"/>
              </a:rPr>
              <a:t>Cuarto nivel del esquema</a:t>
            </a:r>
            <a:endParaRPr lang="de-DE" sz="1800" b="0" u="none" strike="noStrike">
              <a:solidFill>
                <a:schemeClr val="dk1"/>
              </a:solidFill>
              <a:effectLst/>
              <a:uFillTx/>
              <a:latin typeface="Calibri"/>
            </a:endParaRPr>
          </a:p>
          <a:p>
            <a:pPr marL="2160000" lvl="4"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Quinto nivel del esquema</a:t>
            </a:r>
            <a:endParaRPr lang="de-DE" sz="2000" b="0" u="none" strike="noStrike">
              <a:solidFill>
                <a:schemeClr val="dk1"/>
              </a:solidFill>
              <a:effectLst/>
              <a:uFillTx/>
              <a:latin typeface="Calibri"/>
            </a:endParaRPr>
          </a:p>
          <a:p>
            <a:pPr marL="2592000" lvl="5"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Sexto nivel del esquema</a:t>
            </a:r>
            <a:endParaRPr lang="de-DE" sz="2000" b="0" u="none" strike="noStrike">
              <a:solidFill>
                <a:schemeClr val="dk1"/>
              </a:solidFill>
              <a:effectLst/>
              <a:uFillTx/>
              <a:latin typeface="Calibri"/>
            </a:endParaRPr>
          </a:p>
          <a:p>
            <a:pPr marL="3024000" lvl="6"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Séptimo nivel del esquema</a:t>
            </a:r>
            <a:endParaRPr lang="de-DE"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53" r:id="rId4"/>
  </p:sldLayoutIdLst>
  <p:txStyles>
    <p:titleStyle>
      <a:lvl1pPr>
        <a:defRPr lang="de-DE" sz="1800" b="0" u="none" strike="noStrike">
          <a:solidFill>
            <a:schemeClr val="dk1"/>
          </a:solidFill>
          <a:uFillTx/>
          <a:latin typeface="Calibri"/>
        </a:defRPr>
      </a:lvl1pPr>
    </p:titleStyle>
    <p:bodyStyle>
      <a:lvl1pPr>
        <a:defRPr lang="de-DE" sz="2800" b="0" u="none" strike="noStrike">
          <a:solidFill>
            <a:schemeClr val="dk1"/>
          </a:solidFill>
          <a:uFillTx/>
          <a:latin typeface="Calibri"/>
        </a:defRPr>
      </a:lvl1pPr>
      <a:lvl2pPr>
        <a:defRPr lang="de-DE" sz="2000" b="0" u="none" strike="noStrike">
          <a:solidFill>
            <a:schemeClr val="dk1"/>
          </a:solidFill>
          <a:uFillTx/>
          <a:latin typeface="Calibri"/>
        </a:defRPr>
      </a:lvl2pPr>
      <a:lvl3pPr>
        <a:defRPr lang="de-DE" sz="1800" b="0" u="none" strike="noStrike">
          <a:solidFill>
            <a:schemeClr val="dk1"/>
          </a:solidFill>
          <a:uFillTx/>
          <a:latin typeface="Calibri"/>
        </a:defRPr>
      </a:lvl3pPr>
      <a:lvl4pPr>
        <a:defRPr lang="de-DE" sz="1800" b="0" u="none" strike="noStrike">
          <a:solidFill>
            <a:schemeClr val="dk1"/>
          </a:solidFill>
          <a:uFillTx/>
          <a:latin typeface="Calibri"/>
        </a:defRPr>
      </a:lvl4pPr>
      <a:lvl5pPr>
        <a:defRPr lang="de-DE" sz="2000" b="0" u="none" strike="noStrike">
          <a:solidFill>
            <a:schemeClr val="dk1"/>
          </a:solidFill>
          <a:uFillTx/>
          <a:latin typeface="Calibri"/>
        </a:defRPr>
      </a:lvl5pPr>
      <a:lvl6pPr>
        <a:defRPr lang="de-DE" sz="2000" b="0" u="none" strike="noStrike">
          <a:solidFill>
            <a:schemeClr val="dk1"/>
          </a:solidFill>
          <a:uFillTx/>
          <a:latin typeface="Calibri"/>
        </a:defRPr>
      </a:lvl6pPr>
      <a:lvl7pPr>
        <a:defRPr lang="de-DE" sz="2000" b="0" u="none" strike="noStrike">
          <a:solidFill>
            <a:schemeClr val="dk1"/>
          </a:solidFill>
          <a:uFillTx/>
          <a:latin typeface="Calibri"/>
        </a:defRPr>
      </a:lvl7pPr>
      <a:lvl8pPr>
        <a:defRPr lang="de-DE" sz="2000" b="0" u="none" strike="noStrike">
          <a:solidFill>
            <a:schemeClr val="dk1"/>
          </a:solidFill>
          <a:uFillTx/>
          <a:latin typeface="Calibri"/>
        </a:defRPr>
      </a:lvl8pPr>
      <a:lvl9pPr>
        <a:defRPr lang="de-DE" sz="2000" b="0" u="none" strike="noStrike">
          <a:solidFill>
            <a:schemeClr val="dk1"/>
          </a:solidFill>
          <a:uFillTx/>
          <a:latin typeface="Calibri"/>
        </a:defRPr>
      </a:lvl9pPr>
    </p:bodyStyle>
  </p:txStyles>
  <p:extLst>
    <p:ext uri="urn:com:collaboraoffice:names:experimental:ooxml:xmlns:coext:1.0">
      <coext:pageGuid xmlns:coext="urn:com:collaboraoffice:names:experimental:ooxml:xmlns:coext:1.0" val="{DBD1D606-E7F8-4B1C-BF4B-981C776DAC9A}"/>
    </p:ext>
  </p:extLst>
</p:sldMaster>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notesSlide" Target="../notesSlides/notesSlide2.xml"/><Relationship Id="rId2"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notesSlide" Target="../notesSlides/notesSlide3.xml"/><Relationship Id="rId2" Type="http://schemas.openxmlformats.org/officeDocument/2006/relationships/slideLayout" Target="../slideLayouts/slideLayout2.xml"/></Relationships>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1">
  <p:cSld>
    <p:spTree>
      <p:nvGrpSpPr>
        <p:cNvPr id="1" name=""/>
        <p:cNvGrpSpPr/>
        <p:nvPr/>
      </p:nvGrpSpPr>
      <p:grpSpPr>
        <a:xfrm>
          <a:off x="0" y="0"/>
          <a:ext cx="0" cy="0"/>
          <a:chOff x="0" y="0"/>
          <a:chExt cx="0" cy="0"/>
        </a:xfrm>
      </p:grpSpPr>
      <p:sp>
        <p:nvSpPr>
          <p:cNvPr id="2" name="TextBox 1"/>
          <p:cNvSpPr txBox="1"/>
          <p:nvPr/>
        </p:nvSpPr>
        <p:spPr>
          <a:xfrm>
            <a:off x="768096" y="512064"/>
            <a:ext cx="10698480" cy="640080"/>
          </a:xfrm>
          <a:prstGeom prst="rect">
            <a:avLst/>
          </a:prstGeom>
          <a:noFill/>
        </p:spPr>
        <p:txBody>
          <a:bodyPr wrap="square" lIns="0" rIns="0" tIns="0" bIns="0" anchor="t">
            <a:spAutoFit/>
          </a:bodyPr>
          <a:lstStyle/>
          <a:p>
            <a:pPr algn="l">
              <a:lnSpc>
                <a:spcPct val="110000"/>
              </a:lnSpc>
              <a:spcAft>
                <a:spcPts val="400"/>
              </a:spcAft>
            </a:pPr>
            <a:r>
              <a:rPr sz="2900" b="1" spc="0">
                <a:solidFill>
                  <a:srgbClr val="162C40"/>
                </a:solidFill>
                <a:latin typeface="Didact Gothic"/>
              </a:rPr>
              <a:t>WP8 – Final pilot demonstration at Björkdal</a:t>
            </a:r>
          </a:p>
        </p:txBody>
      </p:sp>
      <p:sp>
        <p:nvSpPr>
          <p:cNvPr id="3" name="TextBox 2"/>
          <p:cNvSpPr txBox="1"/>
          <p:nvPr/>
        </p:nvSpPr>
        <p:spPr>
          <a:xfrm>
            <a:off x="768096" y="1179576"/>
            <a:ext cx="10698480" cy="457200"/>
          </a:xfrm>
          <a:prstGeom prst="rect">
            <a:avLst/>
          </a:prstGeom>
          <a:noFill/>
        </p:spPr>
        <p:txBody>
          <a:bodyPr wrap="square" lIns="0" rIns="0" tIns="0" bIns="0" anchor="t">
            <a:spAutoFit/>
          </a:bodyPr>
          <a:lstStyle/>
          <a:p>
            <a:pPr algn="l">
              <a:lnSpc>
                <a:spcPct val="110000"/>
              </a:lnSpc>
              <a:spcAft>
                <a:spcPts val="400"/>
              </a:spcAft>
            </a:pPr>
            <a:r>
              <a:rPr sz="1500" b="0" spc="0">
                <a:solidFill>
                  <a:srgbClr val="5A8C3E"/>
                </a:solidFill>
                <a:latin typeface="Didact Gothic"/>
              </a:rPr>
              <a:t>ACCELIGENCE UAV contribution | October 2026</a:t>
            </a:r>
          </a:p>
        </p:txBody>
      </p:sp>
      <p:sp>
        <p:nvSpPr>
          <p:cNvPr id="4" name="Rounded Rectangle 3"/>
          <p:cNvSpPr/>
          <p:nvPr/>
        </p:nvSpPr>
        <p:spPr>
          <a:xfrm>
            <a:off x="768096" y="1810512"/>
            <a:ext cx="10652760" cy="530352"/>
          </a:xfrm>
          <a:prstGeom prst="roundRect">
            <a:avLst>
              <a:gd name="adj" fmla="val 6000"/>
            </a:avLst>
          </a:prstGeom>
          <a:solidFill>
            <a:srgbClr val="5A8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50976" y="1901952"/>
            <a:ext cx="10287000" cy="329184"/>
          </a:xfrm>
          <a:prstGeom prst="rect">
            <a:avLst/>
          </a:prstGeom>
          <a:noFill/>
        </p:spPr>
        <p:txBody>
          <a:bodyPr wrap="square" lIns="0" rIns="0" tIns="0" bIns="0" anchor="t">
            <a:spAutoFit/>
          </a:bodyPr>
          <a:lstStyle/>
          <a:p>
            <a:pPr algn="l">
              <a:lnSpc>
                <a:spcPct val="110000"/>
              </a:lnSpc>
              <a:spcAft>
                <a:spcPts val="400"/>
              </a:spcAft>
            </a:pPr>
            <a:r>
              <a:rPr sz="2000" b="1" spc="0">
                <a:solidFill>
                  <a:srgbClr val="FFFFFF"/>
                </a:solidFill>
                <a:latin typeface="Didact Gothic"/>
              </a:rPr>
              <a:t>Final pilot demonstration completed: indoor and outdoor flights performed.</a:t>
            </a:r>
          </a:p>
        </p:txBody>
      </p:sp>
      <p:sp>
        <p:nvSpPr>
          <p:cNvPr id="6" name="Rounded Rectangle 5"/>
          <p:cNvSpPr/>
          <p:nvPr/>
        </p:nvSpPr>
        <p:spPr>
          <a:xfrm>
            <a:off x="768096" y="2615184"/>
            <a:ext cx="5193792" cy="2048256"/>
          </a:xfrm>
          <a:prstGeom prst="roundRect">
            <a:avLst>
              <a:gd name="adj" fmla="val 6000"/>
            </a:avLst>
          </a:prstGeom>
          <a:solidFill>
            <a:srgbClr val="F0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2807208"/>
            <a:ext cx="4754880" cy="292608"/>
          </a:xfrm>
          <a:prstGeom prst="rect">
            <a:avLst/>
          </a:prstGeom>
          <a:noFill/>
        </p:spPr>
        <p:txBody>
          <a:bodyPr wrap="square" lIns="0" rIns="0" tIns="0" bIns="0" anchor="t">
            <a:spAutoFit/>
          </a:bodyPr>
          <a:lstStyle/>
          <a:p>
            <a:pPr algn="l">
              <a:lnSpc>
                <a:spcPct val="110000"/>
              </a:lnSpc>
              <a:spcAft>
                <a:spcPts val="400"/>
              </a:spcAft>
            </a:pPr>
            <a:r>
              <a:rPr sz="1300" b="1" spc="0">
                <a:solidFill>
                  <a:srgbClr val="5A8C3E"/>
                </a:solidFill>
                <a:latin typeface="Didact Gothic"/>
              </a:rPr>
              <a:t>INDOOR DEMONSTRATION</a:t>
            </a:r>
          </a:p>
        </p:txBody>
      </p:sp>
      <p:sp>
        <p:nvSpPr>
          <p:cNvPr id="8" name="TextBox 7"/>
          <p:cNvSpPr txBox="1"/>
          <p:nvPr/>
        </p:nvSpPr>
        <p:spPr>
          <a:xfrm>
            <a:off x="987552" y="3291840"/>
            <a:ext cx="4754880" cy="420624"/>
          </a:xfrm>
          <a:prstGeom prst="rect">
            <a:avLst/>
          </a:prstGeom>
          <a:noFill/>
        </p:spPr>
        <p:txBody>
          <a:bodyPr wrap="square" lIns="0" rIns="0" tIns="0" bIns="0" anchor="t">
            <a:spAutoFit/>
          </a:bodyPr>
          <a:lstStyle/>
          <a:p>
            <a:pPr algn="l">
              <a:lnSpc>
                <a:spcPct val="110000"/>
              </a:lnSpc>
              <a:spcAft>
                <a:spcPts val="400"/>
              </a:spcAft>
            </a:pPr>
            <a:r>
              <a:rPr sz="2300" b="1" spc="0">
                <a:solidFill>
                  <a:srgbClr val="162C40"/>
                </a:solidFill>
                <a:latin typeface="Didact Gothic"/>
              </a:rPr>
              <a:t>SLAM in the mine</a:t>
            </a:r>
          </a:p>
        </p:txBody>
      </p:sp>
      <p:sp>
        <p:nvSpPr>
          <p:cNvPr id="9" name="TextBox 8"/>
          <p:cNvSpPr txBox="1"/>
          <p:nvPr/>
        </p:nvSpPr>
        <p:spPr>
          <a:xfrm>
            <a:off x="987552" y="3858768"/>
            <a:ext cx="4754880" cy="713232"/>
          </a:xfrm>
          <a:prstGeom prst="rect">
            <a:avLst/>
          </a:prstGeom>
          <a:noFill/>
        </p:spPr>
        <p:txBody>
          <a:bodyPr wrap="square" lIns="0" rIns="0" tIns="0" bIns="0" anchor="t">
            <a:spAutoFit/>
          </a:bodyPr>
          <a:lstStyle/>
          <a:p>
            <a:pPr algn="l">
              <a:lnSpc>
                <a:spcPct val="110000"/>
              </a:lnSpc>
              <a:spcAft>
                <a:spcPts val="400"/>
              </a:spcAft>
            </a:pPr>
            <a:r>
              <a:rPr sz="1800" b="0" spc="0">
                <a:solidFill>
                  <a:srgbClr val="162C40"/>
                </a:solidFill>
                <a:latin typeface="Didact Gothic"/>
              </a:rPr>
              <a:t>Indoor UAV flights performed at Björkdal.</a:t>
            </a:r>
          </a:p>
          <a:p>
            <a:pPr algn="l">
              <a:lnSpc>
                <a:spcPct val="110000"/>
              </a:lnSpc>
              <a:spcAft>
                <a:spcPts val="400"/>
              </a:spcAft>
            </a:pPr>
            <a:r>
              <a:rPr sz="1800" b="0" spc="0">
                <a:solidFill>
                  <a:srgbClr val="162C40"/>
                </a:solidFill>
                <a:latin typeface="Didact Gothic"/>
              </a:rPr>
              <a:t>SLAM demonstrated during the flights.</a:t>
            </a:r>
          </a:p>
        </p:txBody>
      </p:sp>
      <p:sp>
        <p:nvSpPr>
          <p:cNvPr id="10" name="Rounded Rectangle 9"/>
          <p:cNvSpPr/>
          <p:nvPr/>
        </p:nvSpPr>
        <p:spPr>
          <a:xfrm>
            <a:off x="6227064" y="2615184"/>
            <a:ext cx="5193792" cy="2048256"/>
          </a:xfrm>
          <a:prstGeom prst="roundRect">
            <a:avLst>
              <a:gd name="adj" fmla="val 6000"/>
            </a:avLst>
          </a:prstGeom>
          <a:solidFill>
            <a:srgbClr val="F0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807208"/>
            <a:ext cx="4754880" cy="292608"/>
          </a:xfrm>
          <a:prstGeom prst="rect">
            <a:avLst/>
          </a:prstGeom>
          <a:noFill/>
        </p:spPr>
        <p:txBody>
          <a:bodyPr wrap="square" lIns="0" rIns="0" tIns="0" bIns="0" anchor="t">
            <a:spAutoFit/>
          </a:bodyPr>
          <a:lstStyle/>
          <a:p>
            <a:pPr algn="l">
              <a:lnSpc>
                <a:spcPct val="110000"/>
              </a:lnSpc>
              <a:spcAft>
                <a:spcPts val="400"/>
              </a:spcAft>
            </a:pPr>
            <a:r>
              <a:rPr sz="1300" b="1" spc="0">
                <a:solidFill>
                  <a:srgbClr val="5A8C3E"/>
                </a:solidFill>
                <a:latin typeface="Didact Gothic"/>
              </a:rPr>
              <a:t>OUTDOOR DEMONSTRATION</a:t>
            </a:r>
          </a:p>
        </p:txBody>
      </p:sp>
      <p:sp>
        <p:nvSpPr>
          <p:cNvPr id="12" name="TextBox 11"/>
          <p:cNvSpPr txBox="1"/>
          <p:nvPr/>
        </p:nvSpPr>
        <p:spPr>
          <a:xfrm>
            <a:off x="6446520" y="3291840"/>
            <a:ext cx="4754880" cy="420624"/>
          </a:xfrm>
          <a:prstGeom prst="rect">
            <a:avLst/>
          </a:prstGeom>
          <a:noFill/>
        </p:spPr>
        <p:txBody>
          <a:bodyPr wrap="square" lIns="0" rIns="0" tIns="0" bIns="0" anchor="t">
            <a:spAutoFit/>
          </a:bodyPr>
          <a:lstStyle/>
          <a:p>
            <a:pPr algn="l">
              <a:lnSpc>
                <a:spcPct val="110000"/>
              </a:lnSpc>
              <a:spcAft>
                <a:spcPts val="400"/>
              </a:spcAft>
            </a:pPr>
            <a:r>
              <a:rPr sz="2300" b="1" spc="0">
                <a:solidFill>
                  <a:srgbClr val="162C40"/>
                </a:solidFill>
                <a:latin typeface="Didact Gothic"/>
              </a:rPr>
              <a:t>Multispectral-equipped UAV</a:t>
            </a:r>
          </a:p>
        </p:txBody>
      </p:sp>
      <p:sp>
        <p:nvSpPr>
          <p:cNvPr id="13" name="TextBox 12"/>
          <p:cNvSpPr txBox="1"/>
          <p:nvPr/>
        </p:nvSpPr>
        <p:spPr>
          <a:xfrm>
            <a:off x="6446520" y="3858768"/>
            <a:ext cx="4754880" cy="713232"/>
          </a:xfrm>
          <a:prstGeom prst="rect">
            <a:avLst/>
          </a:prstGeom>
          <a:noFill/>
        </p:spPr>
        <p:txBody>
          <a:bodyPr wrap="square" lIns="0" rIns="0" tIns="0" bIns="0" anchor="t">
            <a:spAutoFit/>
          </a:bodyPr>
          <a:lstStyle/>
          <a:p>
            <a:pPr algn="l">
              <a:lnSpc>
                <a:spcPct val="110000"/>
              </a:lnSpc>
              <a:spcAft>
                <a:spcPts val="400"/>
              </a:spcAft>
            </a:pPr>
            <a:r>
              <a:rPr sz="1800" b="0" spc="0">
                <a:solidFill>
                  <a:srgbClr val="162C40"/>
                </a:solidFill>
                <a:latin typeface="Didact Gothic"/>
              </a:rPr>
              <a:t>Outdoor UAV flights performed at Björkdal.</a:t>
            </a:r>
          </a:p>
          <a:p>
            <a:pPr algn="l">
              <a:lnSpc>
                <a:spcPct val="110000"/>
              </a:lnSpc>
              <a:spcAft>
                <a:spcPts val="400"/>
              </a:spcAft>
            </a:pPr>
            <a:r>
              <a:rPr sz="1800" b="0" spc="0">
                <a:solidFill>
                  <a:srgbClr val="162C40"/>
                </a:solidFill>
                <a:latin typeface="Didact Gothic"/>
              </a:rPr>
              <a:t>Multispectral camera carried as payload.</a:t>
            </a:r>
          </a:p>
        </p:txBody>
      </p:sp>
      <p:sp>
        <p:nvSpPr>
          <p:cNvPr id="14" name="TextBox 13"/>
          <p:cNvSpPr txBox="1"/>
          <p:nvPr/>
        </p:nvSpPr>
        <p:spPr>
          <a:xfrm>
            <a:off x="768096" y="4956048"/>
            <a:ext cx="10652760" cy="393192"/>
          </a:xfrm>
          <a:prstGeom prst="rect">
            <a:avLst/>
          </a:prstGeom>
          <a:noFill/>
        </p:spPr>
        <p:txBody>
          <a:bodyPr wrap="square" lIns="0" rIns="0" tIns="0" bIns="0" anchor="t">
            <a:spAutoFit/>
          </a:bodyPr>
          <a:lstStyle/>
          <a:p>
            <a:pPr algn="l">
              <a:lnSpc>
                <a:spcPct val="110000"/>
              </a:lnSpc>
              <a:spcAft>
                <a:spcPts val="400"/>
              </a:spcAft>
            </a:pPr>
            <a:r>
              <a:rPr sz="2100" b="1" spc="0">
                <a:solidFill>
                  <a:srgbClr val="162C40"/>
                </a:solidFill>
                <a:latin typeface="Didact Gothic"/>
              </a:rPr>
              <a:t>Previously completed activity: fragmented material characterisation.</a:t>
            </a:r>
          </a:p>
        </p:txBody>
      </p:sp>
      <p:sp>
        <p:nvSpPr>
          <p:cNvPr id="15" name="Rounded Rectangle 14"/>
          <p:cNvSpPr/>
          <p:nvPr/>
        </p:nvSpPr>
        <p:spPr>
          <a:xfrm>
            <a:off x="768096" y="5596128"/>
            <a:ext cx="10652760" cy="438912"/>
          </a:xfrm>
          <a:prstGeom prst="roundRect">
            <a:avLst>
              <a:gd name="adj" fmla="val 6000"/>
            </a:avLst>
          </a:prstGeom>
          <a:solidFill>
            <a:srgbClr val="5A8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0976" y="5669280"/>
            <a:ext cx="10287000" cy="310896"/>
          </a:xfrm>
          <a:prstGeom prst="rect">
            <a:avLst/>
          </a:prstGeom>
          <a:noFill/>
        </p:spPr>
        <p:txBody>
          <a:bodyPr wrap="square" lIns="0" rIns="0" tIns="0" bIns="0" anchor="t">
            <a:spAutoFit/>
          </a:bodyPr>
          <a:lstStyle/>
          <a:p>
            <a:pPr algn="l">
              <a:lnSpc>
                <a:spcPct val="110000"/>
              </a:lnSpc>
              <a:spcAft>
                <a:spcPts val="400"/>
              </a:spcAft>
            </a:pPr>
            <a:r>
              <a:rPr sz="1800" b="0" spc="0">
                <a:solidFill>
                  <a:srgbClr val="FFFFFF"/>
                </a:solidFill>
                <a:latin typeface="Didact Gothic"/>
              </a:rPr>
              <a:t>Demonstrations completed; detailed results and lessons await the team debrief.</a:t>
            </a:r>
          </a:p>
        </p:txBody>
      </p:sp>
      <p:sp>
        <p:nvSpPr>
          <p:cNvPr id="17" name="TextBox 16"/>
          <p:cNvSpPr txBox="1"/>
          <p:nvPr/>
        </p:nvSpPr>
        <p:spPr>
          <a:xfrm>
            <a:off x="3931920" y="6428232"/>
            <a:ext cx="4480560" cy="201168"/>
          </a:xfrm>
          <a:prstGeom prst="rect">
            <a:avLst/>
          </a:prstGeom>
          <a:noFill/>
        </p:spPr>
        <p:txBody>
          <a:bodyPr wrap="square" lIns="0" rIns="0" tIns="0" bIns="0" anchor="t">
            <a:spAutoFit/>
          </a:bodyPr>
          <a:lstStyle/>
          <a:p>
            <a:pPr algn="l">
              <a:lnSpc>
                <a:spcPct val="110000"/>
              </a:lnSpc>
              <a:spcAft>
                <a:spcPts val="400"/>
              </a:spcAft>
            </a:pPr>
            <a:r>
              <a:rPr sz="900" b="0" spc="0">
                <a:solidFill>
                  <a:srgbClr val="3F3219"/>
                </a:solidFill>
                <a:latin typeface="Didact Gothic"/>
              </a:rPr>
              <a:t>XTRACT 7th GA | Online | 14 October 2026</a:t>
            </a:r>
          </a:p>
        </p:txBody>
      </p:sp>
      <p:sp>
        <p:nvSpPr>
          <p:cNvPr id="18" name="TextBox 17"/>
          <p:cNvSpPr txBox="1"/>
          <p:nvPr/>
        </p:nvSpPr>
        <p:spPr>
          <a:xfrm>
            <a:off x="10972800" y="6419088"/>
            <a:ext cx="457200" cy="228600"/>
          </a:xfrm>
          <a:prstGeom prst="rect">
            <a:avLst/>
          </a:prstGeom>
          <a:noFill/>
        </p:spPr>
        <p:txBody>
          <a:bodyPr wrap="square" lIns="0" rIns="0" tIns="0" bIns="0" anchor="t">
            <a:spAutoFit/>
          </a:bodyPr>
          <a:lstStyle/>
          <a:p>
            <a:pPr algn="r">
              <a:lnSpc>
                <a:spcPct val="110000"/>
              </a:lnSpc>
              <a:spcAft>
                <a:spcPts val="400"/>
              </a:spcAft>
            </a:pPr>
            <a:r>
              <a:rPr sz="1000" b="0" spc="0">
                <a:solidFill>
                  <a:srgbClr val="162C40"/>
                </a:solidFill>
                <a:latin typeface="Didact Gothic"/>
              </a:rPr>
              <a:t>1</a:t>
            </a:r>
          </a:p>
        </p:txBody>
      </p:sp>
      <p:sp>
        <p:nvSpPr>
          <p:cNvPr id="19" name="TextBox 18"/>
          <p:cNvSpPr txBox="1"/>
          <p:nvPr/>
        </p:nvSpPr>
        <p:spPr>
          <a:xfrm>
            <a:off x="1682496" y="6437376"/>
            <a:ext cx="2157984" cy="210312"/>
          </a:xfrm>
          <a:prstGeom prst="rect">
            <a:avLst/>
          </a:prstGeom>
          <a:noFill/>
        </p:spPr>
        <p:txBody>
          <a:bodyPr wrap="square" lIns="0" rIns="0" tIns="0" bIns="0" anchor="t">
            <a:spAutoFit/>
          </a:bodyPr>
          <a:lstStyle/>
          <a:p>
            <a:pPr algn="l">
              <a:lnSpc>
                <a:spcPct val="110000"/>
              </a:lnSpc>
              <a:spcAft>
                <a:spcPts val="400"/>
              </a:spcAft>
            </a:pPr>
            <a:r>
              <a:rPr sz="800" b="0" spc="0">
                <a:solidFill>
                  <a:srgbClr val="3F3219"/>
                </a:solidFill>
                <a:latin typeface="Didact Gothic"/>
              </a:rPr>
              <a:t>EU Horizon Europe | GA 101138432</a:t>
            </a:r>
          </a:p>
        </p:txBody>
      </p:sp>
    </p:spTree>
  </p:cSld>
  <mc:AlternateContent>
    <mc:Choice Requires="p14">
      <p:transition spd="slow" p14:dur="2000"/>
    </mc:Choice>
    <mc:Fallback>
      <p:transition spd="slow"/>
    </mc:Fallback>
  </mc:AlternateContent>
  <p:extLst>
    <p:ext uri="urn:com:collaboraoffice:names:experimental:ooxml:xmlns:coext:1.0">
      <coext:pageGuid xmlns:coext="urn:com:collaboraoffice:names:experimental:ooxml:xmlns:coext:1.0" val="{DEFF536A-EB53-49FC-8097-3FA62AC46C9F}"/>
    </p:ext>
  </p:extLs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1">
  <p:cSld>
    <p:spTree>
      <p:nvGrpSpPr>
        <p:cNvPr id="1" name=""/>
        <p:cNvGrpSpPr/>
        <p:nvPr/>
      </p:nvGrpSpPr>
      <p:grpSpPr>
        <a:xfrm>
          <a:off x="0" y="0"/>
          <a:ext cx="0" cy="0"/>
          <a:chOff x="0" y="0"/>
          <a:chExt cx="0" cy="0"/>
        </a:xfrm>
      </p:grpSpPr>
      <p:sp>
        <p:nvSpPr>
          <p:cNvPr id="2" name="TextBox 1"/>
          <p:cNvSpPr txBox="1"/>
          <p:nvPr/>
        </p:nvSpPr>
        <p:spPr>
          <a:xfrm>
            <a:off x="768096" y="512064"/>
            <a:ext cx="10698480" cy="640080"/>
          </a:xfrm>
          <a:prstGeom prst="rect">
            <a:avLst/>
          </a:prstGeom>
          <a:noFill/>
        </p:spPr>
        <p:txBody>
          <a:bodyPr wrap="square" lIns="0" rIns="0" tIns="0" bIns="0" anchor="t">
            <a:spAutoFit/>
          </a:bodyPr>
          <a:lstStyle/>
          <a:p>
            <a:pPr algn="l">
              <a:lnSpc>
                <a:spcPct val="110000"/>
              </a:lnSpc>
              <a:spcAft>
                <a:spcPts val="400"/>
              </a:spcAft>
            </a:pPr>
            <a:r>
              <a:rPr sz="2900" b="1" spc="0">
                <a:solidFill>
                  <a:srgbClr val="162C40"/>
                </a:solidFill>
                <a:latin typeface="Didact Gothic"/>
              </a:rPr>
              <a:t>WP8 – Indoor SLAM and material characterisation</a:t>
            </a:r>
          </a:p>
        </p:txBody>
      </p:sp>
      <p:sp>
        <p:nvSpPr>
          <p:cNvPr id="3" name="TextBox 2"/>
          <p:cNvSpPr txBox="1"/>
          <p:nvPr/>
        </p:nvSpPr>
        <p:spPr>
          <a:xfrm>
            <a:off x="768096" y="1179576"/>
            <a:ext cx="10698480" cy="457200"/>
          </a:xfrm>
          <a:prstGeom prst="rect">
            <a:avLst/>
          </a:prstGeom>
          <a:noFill/>
        </p:spPr>
        <p:txBody>
          <a:bodyPr wrap="square" lIns="0" rIns="0" tIns="0" bIns="0" anchor="t">
            <a:spAutoFit/>
          </a:bodyPr>
          <a:lstStyle/>
          <a:p>
            <a:pPr algn="l">
              <a:lnSpc>
                <a:spcPct val="110000"/>
              </a:lnSpc>
              <a:spcAft>
                <a:spcPts val="400"/>
              </a:spcAft>
            </a:pPr>
            <a:r>
              <a:rPr sz="1500" b="0" spc="0">
                <a:solidFill>
                  <a:srgbClr val="5A8C3E"/>
                </a:solidFill>
                <a:latin typeface="Didact Gothic"/>
              </a:rPr>
              <a:t>Completed activities; detailed outputs to be consolidated after the team debrief</a:t>
            </a:r>
          </a:p>
        </p:txBody>
      </p:sp>
      <p:sp>
        <p:nvSpPr>
          <p:cNvPr id="4" name="Rounded Rectangle 3"/>
          <p:cNvSpPr/>
          <p:nvPr/>
        </p:nvSpPr>
        <p:spPr>
          <a:xfrm>
            <a:off x="768096" y="1810512"/>
            <a:ext cx="5193792" cy="3675887"/>
          </a:xfrm>
          <a:prstGeom prst="roundRect">
            <a:avLst>
              <a:gd name="adj" fmla="val 6000"/>
            </a:avLst>
          </a:prstGeom>
          <a:solidFill>
            <a:srgbClr val="F0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7552" y="2011680"/>
            <a:ext cx="4754880" cy="292608"/>
          </a:xfrm>
          <a:prstGeom prst="rect">
            <a:avLst/>
          </a:prstGeom>
          <a:noFill/>
        </p:spPr>
        <p:txBody>
          <a:bodyPr wrap="square" lIns="0" rIns="0" tIns="0" bIns="0" anchor="t">
            <a:spAutoFit/>
          </a:bodyPr>
          <a:lstStyle/>
          <a:p>
            <a:pPr algn="l">
              <a:lnSpc>
                <a:spcPct val="110000"/>
              </a:lnSpc>
              <a:spcAft>
                <a:spcPts val="400"/>
              </a:spcAft>
            </a:pPr>
            <a:r>
              <a:rPr sz="1300" b="1" spc="0">
                <a:solidFill>
                  <a:srgbClr val="5A8C3E"/>
                </a:solidFill>
                <a:latin typeface="Didact Gothic"/>
              </a:rPr>
              <a:t>FINAL BJÖRKDAL CAMPAIGN</a:t>
            </a:r>
          </a:p>
        </p:txBody>
      </p:sp>
      <p:sp>
        <p:nvSpPr>
          <p:cNvPr id="6" name="TextBox 5"/>
          <p:cNvSpPr txBox="1"/>
          <p:nvPr/>
        </p:nvSpPr>
        <p:spPr>
          <a:xfrm>
            <a:off x="987552" y="2505456"/>
            <a:ext cx="4754880" cy="777240"/>
          </a:xfrm>
          <a:prstGeom prst="rect">
            <a:avLst/>
          </a:prstGeom>
          <a:noFill/>
        </p:spPr>
        <p:txBody>
          <a:bodyPr wrap="square" lIns="0" rIns="0" tIns="0" bIns="0" anchor="t">
            <a:spAutoFit/>
          </a:bodyPr>
          <a:lstStyle/>
          <a:p>
            <a:pPr algn="l">
              <a:lnSpc>
                <a:spcPct val="110000"/>
              </a:lnSpc>
              <a:spcAft>
                <a:spcPts val="400"/>
              </a:spcAft>
            </a:pPr>
            <a:r>
              <a:rPr sz="2400" b="1" spc="0">
                <a:solidFill>
                  <a:srgbClr val="162C40"/>
                </a:solidFill>
                <a:latin typeface="Didact Gothic"/>
              </a:rPr>
              <a:t>Indoor SLAM flights</a:t>
            </a:r>
          </a:p>
        </p:txBody>
      </p:sp>
      <p:sp>
        <p:nvSpPr>
          <p:cNvPr id="7" name="TextBox 6"/>
          <p:cNvSpPr txBox="1"/>
          <p:nvPr/>
        </p:nvSpPr>
        <p:spPr>
          <a:xfrm>
            <a:off x="987552" y="3483864"/>
            <a:ext cx="4754880" cy="850392"/>
          </a:xfrm>
          <a:prstGeom prst="rect">
            <a:avLst/>
          </a:prstGeom>
          <a:noFill/>
        </p:spPr>
        <p:txBody>
          <a:bodyPr wrap="square" lIns="0" rIns="0" tIns="0" bIns="0" anchor="t">
            <a:spAutoFit/>
          </a:bodyPr>
          <a:lstStyle/>
          <a:p>
            <a:pPr algn="l">
              <a:lnSpc>
                <a:spcPct val="110000"/>
              </a:lnSpc>
              <a:spcAft>
                <a:spcPts val="400"/>
              </a:spcAft>
            </a:pPr>
            <a:r>
              <a:rPr sz="1800" b="0" spc="0">
                <a:solidFill>
                  <a:srgbClr val="162C40"/>
                </a:solidFill>
                <a:latin typeface="Didact Gothic"/>
              </a:rPr>
              <a:t>Indoor UAV flights executed.</a:t>
            </a:r>
          </a:p>
          <a:p>
            <a:pPr algn="l">
              <a:lnSpc>
                <a:spcPct val="110000"/>
              </a:lnSpc>
              <a:spcAft>
                <a:spcPts val="400"/>
              </a:spcAft>
            </a:pPr>
            <a:r>
              <a:rPr sz="1800" b="0" spc="0">
                <a:solidFill>
                  <a:srgbClr val="162C40"/>
                </a:solidFill>
                <a:latin typeface="Didact Gothic"/>
              </a:rPr>
              <a:t>SLAM workflow demonstrated underground.</a:t>
            </a:r>
          </a:p>
        </p:txBody>
      </p:sp>
      <p:sp>
        <p:nvSpPr>
          <p:cNvPr id="8" name="Rounded Rectangle 7"/>
          <p:cNvSpPr/>
          <p:nvPr/>
        </p:nvSpPr>
        <p:spPr>
          <a:xfrm>
            <a:off x="987552" y="4443984"/>
            <a:ext cx="4754880" cy="859536"/>
          </a:xfrm>
          <a:prstGeom prst="roundRect">
            <a:avLst>
              <a:gd name="adj" fmla="val 6000"/>
            </a:avLst>
          </a:prstGeom>
          <a:solidFill>
            <a:srgbClr val="FFFFFF"/>
          </a:solidFill>
          <a:ln w="12700">
            <a:solidFill>
              <a:srgbClr val="9CCE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70432" y="4626864"/>
            <a:ext cx="4389120" cy="365760"/>
          </a:xfrm>
          <a:prstGeom prst="rect">
            <a:avLst/>
          </a:prstGeom>
          <a:noFill/>
        </p:spPr>
        <p:txBody>
          <a:bodyPr wrap="square" lIns="0" rIns="0" tIns="0" bIns="0" anchor="t">
            <a:spAutoFit/>
          </a:bodyPr>
          <a:lstStyle/>
          <a:p>
            <a:pPr algn="ctr">
              <a:lnSpc>
                <a:spcPct val="110000"/>
              </a:lnSpc>
              <a:spcAft>
                <a:spcPts val="400"/>
              </a:spcAft>
            </a:pPr>
            <a:r>
              <a:rPr sz="1800" b="1" spc="0">
                <a:solidFill>
                  <a:srgbClr val="5A8C3E"/>
                </a:solidFill>
                <a:latin typeface="Didact Gothic"/>
              </a:rPr>
              <a:t>SLAM result</a:t>
            </a:r>
          </a:p>
        </p:txBody>
      </p:sp>
      <p:sp>
        <p:nvSpPr>
          <p:cNvPr id="11" name="Rounded Rectangle 10"/>
          <p:cNvSpPr/>
          <p:nvPr/>
        </p:nvSpPr>
        <p:spPr>
          <a:xfrm>
            <a:off x="6227064" y="1810512"/>
            <a:ext cx="5193792" cy="3675887"/>
          </a:xfrm>
          <a:prstGeom prst="roundRect">
            <a:avLst>
              <a:gd name="adj" fmla="val 6000"/>
            </a:avLst>
          </a:prstGeom>
          <a:solidFill>
            <a:srgbClr val="F0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2011680"/>
            <a:ext cx="4754880" cy="292608"/>
          </a:xfrm>
          <a:prstGeom prst="rect">
            <a:avLst/>
          </a:prstGeom>
          <a:noFill/>
        </p:spPr>
        <p:txBody>
          <a:bodyPr wrap="square" lIns="0" rIns="0" tIns="0" bIns="0" anchor="t">
            <a:spAutoFit/>
          </a:bodyPr>
          <a:lstStyle/>
          <a:p>
            <a:pPr algn="l">
              <a:lnSpc>
                <a:spcPct val="110000"/>
              </a:lnSpc>
              <a:spcAft>
                <a:spcPts val="400"/>
              </a:spcAft>
            </a:pPr>
            <a:r>
              <a:rPr sz="1300" b="1" spc="0">
                <a:solidFill>
                  <a:srgbClr val="5A8C3E"/>
                </a:solidFill>
                <a:latin typeface="Didact Gothic"/>
              </a:rPr>
              <a:t>PREVIOUSLY CONDUCTED ACTIVITY</a:t>
            </a:r>
          </a:p>
        </p:txBody>
      </p:sp>
      <p:sp>
        <p:nvSpPr>
          <p:cNvPr id="13" name="TextBox 12"/>
          <p:cNvSpPr txBox="1"/>
          <p:nvPr/>
        </p:nvSpPr>
        <p:spPr>
          <a:xfrm>
            <a:off x="6446520" y="2505456"/>
            <a:ext cx="4754880" cy="777240"/>
          </a:xfrm>
          <a:prstGeom prst="rect">
            <a:avLst/>
          </a:prstGeom>
          <a:noFill/>
        </p:spPr>
        <p:txBody>
          <a:bodyPr wrap="square" lIns="0" rIns="0" tIns="0" bIns="0" anchor="t">
            <a:spAutoFit/>
          </a:bodyPr>
          <a:lstStyle/>
          <a:p>
            <a:pPr algn="l">
              <a:lnSpc>
                <a:spcPct val="110000"/>
              </a:lnSpc>
              <a:spcAft>
                <a:spcPts val="400"/>
              </a:spcAft>
            </a:pPr>
            <a:r>
              <a:rPr sz="2400" b="1" spc="0">
                <a:solidFill>
                  <a:srgbClr val="162C40"/>
                </a:solidFill>
                <a:latin typeface="Didact Gothic"/>
              </a:rPr>
              <a:t>Fragmented material</a:t>
            </a:r>
          </a:p>
          <a:p>
            <a:pPr algn="l">
              <a:lnSpc>
                <a:spcPct val="110000"/>
              </a:lnSpc>
              <a:spcAft>
                <a:spcPts val="400"/>
              </a:spcAft>
            </a:pPr>
            <a:r>
              <a:rPr sz="2400" b="1" spc="0">
                <a:solidFill>
                  <a:srgbClr val="162C40"/>
                </a:solidFill>
                <a:latin typeface="Didact Gothic"/>
              </a:rPr>
              <a:t>characterisation</a:t>
            </a:r>
          </a:p>
        </p:txBody>
      </p:sp>
      <p:sp>
        <p:nvSpPr>
          <p:cNvPr id="14" name="TextBox 13"/>
          <p:cNvSpPr txBox="1"/>
          <p:nvPr/>
        </p:nvSpPr>
        <p:spPr>
          <a:xfrm>
            <a:off x="6446520" y="3483864"/>
            <a:ext cx="4754880" cy="850392"/>
          </a:xfrm>
          <a:prstGeom prst="rect">
            <a:avLst/>
          </a:prstGeom>
          <a:noFill/>
        </p:spPr>
        <p:txBody>
          <a:bodyPr wrap="square" lIns="0" rIns="0" tIns="0" bIns="0" anchor="t">
            <a:spAutoFit/>
          </a:bodyPr>
          <a:lstStyle/>
          <a:p>
            <a:pPr algn="l">
              <a:lnSpc>
                <a:spcPct val="110000"/>
              </a:lnSpc>
              <a:spcAft>
                <a:spcPts val="400"/>
              </a:spcAft>
            </a:pPr>
            <a:r>
              <a:rPr sz="1800" b="0" spc="0">
                <a:solidFill>
                  <a:srgbClr val="162C40"/>
                </a:solidFill>
                <a:latin typeface="Didact Gothic"/>
              </a:rPr>
              <a:t>Fragmented material characterised previously.</a:t>
            </a:r>
          </a:p>
          <a:p>
            <a:pPr algn="l">
              <a:lnSpc>
                <a:spcPct val="110000"/>
              </a:lnSpc>
              <a:spcAft>
                <a:spcPts val="400"/>
              </a:spcAft>
            </a:pPr>
            <a:r>
              <a:rPr sz="1800" b="0" spc="0">
                <a:solidFill>
                  <a:srgbClr val="162C40"/>
                </a:solidFill>
                <a:latin typeface="Didact Gothic"/>
              </a:rPr>
              <a:t>Detailed outputs await consolidation.</a:t>
            </a:r>
          </a:p>
        </p:txBody>
      </p:sp>
      <p:sp>
        <p:nvSpPr>
          <p:cNvPr id="15" name="Rounded Rectangle 14"/>
          <p:cNvSpPr/>
          <p:nvPr/>
        </p:nvSpPr>
        <p:spPr>
          <a:xfrm>
            <a:off x="6446520" y="4443984"/>
            <a:ext cx="4754880" cy="859536"/>
          </a:xfrm>
          <a:prstGeom prst="roundRect">
            <a:avLst>
              <a:gd name="adj" fmla="val 6000"/>
            </a:avLst>
          </a:prstGeom>
          <a:solidFill>
            <a:srgbClr val="FFFFFF"/>
          </a:solidFill>
          <a:ln w="12700">
            <a:solidFill>
              <a:srgbClr val="9CCE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4626864"/>
            <a:ext cx="4389120" cy="365760"/>
          </a:xfrm>
          <a:prstGeom prst="rect">
            <a:avLst/>
          </a:prstGeom>
          <a:noFill/>
        </p:spPr>
        <p:txBody>
          <a:bodyPr wrap="square" lIns="0" rIns="0" tIns="0" bIns="0" anchor="t">
            <a:spAutoFit/>
          </a:bodyPr>
          <a:lstStyle/>
          <a:p>
            <a:pPr algn="ctr">
              <a:lnSpc>
                <a:spcPct val="110000"/>
              </a:lnSpc>
              <a:spcAft>
                <a:spcPts val="400"/>
              </a:spcAft>
            </a:pPr>
            <a:r>
              <a:rPr sz="1800" b="1" spc="0">
                <a:solidFill>
                  <a:srgbClr val="5A8C3E"/>
                </a:solidFill>
                <a:latin typeface="Didact Gothic"/>
              </a:rPr>
              <a:t>Characterisation result</a:t>
            </a:r>
          </a:p>
        </p:txBody>
      </p:sp>
      <p:sp>
        <p:nvSpPr>
          <p:cNvPr id="17" name="TextBox 16"/>
          <p:cNvSpPr txBox="1"/>
          <p:nvPr/>
        </p:nvSpPr>
        <p:spPr>
          <a:xfrm>
            <a:off x="1207007" y="4983480"/>
            <a:ext cx="4315968" cy="274320"/>
          </a:xfrm>
          <a:prstGeom prst="rect">
            <a:avLst/>
          </a:prstGeom>
          <a:noFill/>
        </p:spPr>
        <p:txBody>
          <a:bodyPr wrap="square" lIns="0" rIns="0" tIns="0" bIns="0" anchor="t">
            <a:spAutoFit/>
          </a:bodyPr>
          <a:lstStyle/>
          <a:p>
            <a:pPr algn="ctr">
              <a:lnSpc>
                <a:spcPct val="110000"/>
              </a:lnSpc>
              <a:spcAft>
                <a:spcPts val="400"/>
              </a:spcAft>
            </a:pPr>
            <a:r>
              <a:rPr sz="1300" b="0" spc="0">
                <a:solidFill>
                  <a:srgbClr val="52616C"/>
                </a:solidFill>
                <a:latin typeface="Didact Gothic"/>
              </a:rPr>
              <a:t>Add confirmed mapping output after the debrief.</a:t>
            </a:r>
          </a:p>
        </p:txBody>
      </p:sp>
      <p:sp>
        <p:nvSpPr>
          <p:cNvPr id="18" name="TextBox 17"/>
          <p:cNvSpPr txBox="1"/>
          <p:nvPr/>
        </p:nvSpPr>
        <p:spPr>
          <a:xfrm>
            <a:off x="6665975" y="4983480"/>
            <a:ext cx="4315968" cy="274320"/>
          </a:xfrm>
          <a:prstGeom prst="rect">
            <a:avLst/>
          </a:prstGeom>
          <a:noFill/>
        </p:spPr>
        <p:txBody>
          <a:bodyPr wrap="square" lIns="0" rIns="0" tIns="0" bIns="0" anchor="t">
            <a:spAutoFit/>
          </a:bodyPr>
          <a:lstStyle/>
          <a:p>
            <a:pPr algn="ctr">
              <a:lnSpc>
                <a:spcPct val="110000"/>
              </a:lnSpc>
              <a:spcAft>
                <a:spcPts val="400"/>
              </a:spcAft>
            </a:pPr>
            <a:r>
              <a:rPr sz="1300" b="0" spc="0">
                <a:solidFill>
                  <a:srgbClr val="52616C"/>
                </a:solidFill>
                <a:latin typeface="Didact Gothic"/>
              </a:rPr>
              <a:t>Add the confirmed figure and main conclusion.</a:t>
            </a:r>
          </a:p>
        </p:txBody>
      </p:sp>
      <p:sp>
        <p:nvSpPr>
          <p:cNvPr id="19" name="Rounded Rectangle 18"/>
          <p:cNvSpPr/>
          <p:nvPr/>
        </p:nvSpPr>
        <p:spPr>
          <a:xfrm>
            <a:off x="768096" y="5596128"/>
            <a:ext cx="10652760" cy="438912"/>
          </a:xfrm>
          <a:prstGeom prst="roundRect">
            <a:avLst>
              <a:gd name="adj" fmla="val 6000"/>
            </a:avLst>
          </a:prstGeom>
          <a:solidFill>
            <a:srgbClr val="5A8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5669280"/>
            <a:ext cx="10287000" cy="310896"/>
          </a:xfrm>
          <a:prstGeom prst="rect">
            <a:avLst/>
          </a:prstGeom>
          <a:noFill/>
        </p:spPr>
        <p:txBody>
          <a:bodyPr wrap="square" lIns="0" rIns="0" tIns="0" bIns="0" anchor="t">
            <a:spAutoFit/>
          </a:bodyPr>
          <a:lstStyle/>
          <a:p>
            <a:pPr algn="l">
              <a:lnSpc>
                <a:spcPct val="110000"/>
              </a:lnSpc>
              <a:spcAft>
                <a:spcPts val="400"/>
              </a:spcAft>
            </a:pPr>
            <a:r>
              <a:rPr sz="1800" b="0" spc="0">
                <a:solidFill>
                  <a:srgbClr val="FFFFFF"/>
                </a:solidFill>
                <a:latin typeface="Didact Gothic"/>
              </a:rPr>
              <a:t>Indoor SLAM demonstrated; earlier characterisation activity completed.</a:t>
            </a:r>
          </a:p>
        </p:txBody>
      </p:sp>
      <p:sp>
        <p:nvSpPr>
          <p:cNvPr id="21" name="TextBox 20"/>
          <p:cNvSpPr txBox="1"/>
          <p:nvPr/>
        </p:nvSpPr>
        <p:spPr>
          <a:xfrm>
            <a:off x="3931920" y="6428232"/>
            <a:ext cx="4480560" cy="201168"/>
          </a:xfrm>
          <a:prstGeom prst="rect">
            <a:avLst/>
          </a:prstGeom>
          <a:noFill/>
        </p:spPr>
        <p:txBody>
          <a:bodyPr wrap="square" lIns="0" rIns="0" tIns="0" bIns="0" anchor="t">
            <a:spAutoFit/>
          </a:bodyPr>
          <a:lstStyle/>
          <a:p>
            <a:pPr algn="l">
              <a:lnSpc>
                <a:spcPct val="110000"/>
              </a:lnSpc>
              <a:spcAft>
                <a:spcPts val="400"/>
              </a:spcAft>
            </a:pPr>
            <a:r>
              <a:rPr sz="900" b="0" spc="0">
                <a:solidFill>
                  <a:srgbClr val="3F3219"/>
                </a:solidFill>
                <a:latin typeface="Didact Gothic"/>
              </a:rPr>
              <a:t>XTRACT 7th GA | Online | 14 October 2026</a:t>
            </a:r>
          </a:p>
        </p:txBody>
      </p:sp>
      <p:sp>
        <p:nvSpPr>
          <p:cNvPr id="22" name="TextBox 21"/>
          <p:cNvSpPr txBox="1"/>
          <p:nvPr/>
        </p:nvSpPr>
        <p:spPr>
          <a:xfrm>
            <a:off x="10972800" y="6419088"/>
            <a:ext cx="457200" cy="228600"/>
          </a:xfrm>
          <a:prstGeom prst="rect">
            <a:avLst/>
          </a:prstGeom>
          <a:noFill/>
        </p:spPr>
        <p:txBody>
          <a:bodyPr wrap="square" lIns="0" rIns="0" tIns="0" bIns="0" anchor="t">
            <a:spAutoFit/>
          </a:bodyPr>
          <a:lstStyle/>
          <a:p>
            <a:pPr algn="r">
              <a:lnSpc>
                <a:spcPct val="110000"/>
              </a:lnSpc>
              <a:spcAft>
                <a:spcPts val="400"/>
              </a:spcAft>
            </a:pPr>
            <a:r>
              <a:rPr sz="1000" b="0" spc="0">
                <a:solidFill>
                  <a:srgbClr val="162C40"/>
                </a:solidFill>
                <a:latin typeface="Didact Gothic"/>
              </a:rPr>
              <a:t>2</a:t>
            </a:r>
          </a:p>
        </p:txBody>
      </p:sp>
      <p:sp>
        <p:nvSpPr>
          <p:cNvPr id="23" name="TextBox 22"/>
          <p:cNvSpPr txBox="1"/>
          <p:nvPr/>
        </p:nvSpPr>
        <p:spPr>
          <a:xfrm>
            <a:off x="1682496" y="6437376"/>
            <a:ext cx="2157984" cy="210312"/>
          </a:xfrm>
          <a:prstGeom prst="rect">
            <a:avLst/>
          </a:prstGeom>
          <a:noFill/>
        </p:spPr>
        <p:txBody>
          <a:bodyPr wrap="square" lIns="0" rIns="0" tIns="0" bIns="0" anchor="t">
            <a:spAutoFit/>
          </a:bodyPr>
          <a:lstStyle/>
          <a:p>
            <a:pPr algn="l">
              <a:lnSpc>
                <a:spcPct val="110000"/>
              </a:lnSpc>
              <a:spcAft>
                <a:spcPts val="400"/>
              </a:spcAft>
            </a:pPr>
            <a:r>
              <a:rPr sz="800" b="0" spc="0">
                <a:solidFill>
                  <a:srgbClr val="3F3219"/>
                </a:solidFill>
                <a:latin typeface="Didact Gothic"/>
              </a:rPr>
              <a:t>EU Horizon Europe | GA 101138432</a:t>
            </a:r>
          </a:p>
        </p:txBody>
      </p:sp>
    </p:spTree>
  </p:cSld>
  <mc:AlternateContent>
    <mc:Choice Requires="p14">
      <p:transition spd="slow" p14:dur="2000"/>
    </mc:Choice>
    <mc:Fallback>
      <p:transition spd="slow"/>
    </mc:Fallback>
  </mc:AlternateContent>
  <p:extLst>
    <p:ext uri="urn:com:collaboraoffice:names:experimental:ooxml:xmlns:coext:1.0">
      <coext:pageGuid xmlns:coext="urn:com:collaboraoffice:names:experimental:ooxml:xmlns:coext:1.0" val="{41CB75EB-17AE-40F7-A0F5-3A2E7133B8B4}"/>
    </p:ext>
  </p:extLs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1">
  <p:cSld>
    <p:spTree>
      <p:nvGrpSpPr>
        <p:cNvPr id="1" name=""/>
        <p:cNvGrpSpPr/>
        <p:nvPr/>
      </p:nvGrpSpPr>
      <p:grpSpPr>
        <a:xfrm>
          <a:off x="0" y="0"/>
          <a:ext cx="0" cy="0"/>
          <a:chOff x="0" y="0"/>
          <a:chExt cx="0" cy="0"/>
        </a:xfrm>
      </p:grpSpPr>
      <p:sp>
        <p:nvSpPr>
          <p:cNvPr id="2" name="TextBox 1"/>
          <p:cNvSpPr txBox="1"/>
          <p:nvPr/>
        </p:nvSpPr>
        <p:spPr>
          <a:xfrm>
            <a:off x="768096" y="512064"/>
            <a:ext cx="10698480" cy="640080"/>
          </a:xfrm>
          <a:prstGeom prst="rect">
            <a:avLst/>
          </a:prstGeom>
          <a:noFill/>
        </p:spPr>
        <p:txBody>
          <a:bodyPr wrap="square" lIns="0" rIns="0" tIns="0" bIns="0" anchor="t">
            <a:spAutoFit/>
          </a:bodyPr>
          <a:lstStyle/>
          <a:p>
            <a:pPr algn="l">
              <a:lnSpc>
                <a:spcPct val="110000"/>
              </a:lnSpc>
              <a:spcAft>
                <a:spcPts val="400"/>
              </a:spcAft>
            </a:pPr>
            <a:r>
              <a:rPr sz="2900" b="1" spc="0">
                <a:solidFill>
                  <a:srgbClr val="162C40"/>
                </a:solidFill>
                <a:latin typeface="Didact Gothic"/>
              </a:rPr>
              <a:t>WP8 – Outdoor multispectral demonstration</a:t>
            </a:r>
          </a:p>
        </p:txBody>
      </p:sp>
      <p:sp>
        <p:nvSpPr>
          <p:cNvPr id="3" name="TextBox 2"/>
          <p:cNvSpPr txBox="1"/>
          <p:nvPr/>
        </p:nvSpPr>
        <p:spPr>
          <a:xfrm>
            <a:off x="768096" y="1179576"/>
            <a:ext cx="10698480" cy="457200"/>
          </a:xfrm>
          <a:prstGeom prst="rect">
            <a:avLst/>
          </a:prstGeom>
          <a:noFill/>
        </p:spPr>
        <p:txBody>
          <a:bodyPr wrap="square" lIns="0" rIns="0" tIns="0" bIns="0" anchor="t">
            <a:spAutoFit/>
          </a:bodyPr>
          <a:lstStyle/>
          <a:p>
            <a:pPr algn="l">
              <a:lnSpc>
                <a:spcPct val="110000"/>
              </a:lnSpc>
              <a:spcAft>
                <a:spcPts val="400"/>
              </a:spcAft>
            </a:pPr>
            <a:r>
              <a:rPr sz="1500" b="0" spc="0">
                <a:solidFill>
                  <a:srgbClr val="5A8C3E"/>
                </a:solidFill>
                <a:latin typeface="Didact Gothic"/>
              </a:rPr>
              <a:t>Final Björkdal pilot | Outdoor flights performed with the multispectral camera</a:t>
            </a:r>
          </a:p>
        </p:txBody>
      </p:sp>
      <p:sp>
        <p:nvSpPr>
          <p:cNvPr id="4" name="Rounded Rectangle 3"/>
          <p:cNvSpPr/>
          <p:nvPr/>
        </p:nvSpPr>
        <p:spPr>
          <a:xfrm>
            <a:off x="768096" y="1819656"/>
            <a:ext cx="5093208" cy="3630168"/>
          </a:xfrm>
          <a:prstGeom prst="roundRect">
            <a:avLst>
              <a:gd name="adj" fmla="val 6000"/>
            </a:avLst>
          </a:prstGeom>
          <a:solidFill>
            <a:srgbClr val="F0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7552" y="2020824"/>
            <a:ext cx="4654296" cy="374904"/>
          </a:xfrm>
          <a:prstGeom prst="rect">
            <a:avLst/>
          </a:prstGeom>
          <a:noFill/>
        </p:spPr>
        <p:txBody>
          <a:bodyPr wrap="square" lIns="0" rIns="0" tIns="0" bIns="0" anchor="t">
            <a:spAutoFit/>
          </a:bodyPr>
          <a:lstStyle/>
          <a:p>
            <a:pPr algn="l">
              <a:lnSpc>
                <a:spcPct val="110000"/>
              </a:lnSpc>
              <a:spcAft>
                <a:spcPts val="400"/>
              </a:spcAft>
            </a:pPr>
            <a:r>
              <a:rPr sz="2200" b="1" spc="0">
                <a:solidFill>
                  <a:srgbClr val="162C40"/>
                </a:solidFill>
                <a:latin typeface="Didact Gothic"/>
              </a:rPr>
              <a:t>Björkdal multispectral output</a:t>
            </a:r>
          </a:p>
        </p:txBody>
      </p:sp>
      <p:sp>
        <p:nvSpPr>
          <p:cNvPr id="6" name="Rounded Rectangle 5"/>
          <p:cNvSpPr/>
          <p:nvPr/>
        </p:nvSpPr>
        <p:spPr>
          <a:xfrm>
            <a:off x="987552" y="2706624"/>
            <a:ext cx="4654296" cy="2048256"/>
          </a:xfrm>
          <a:prstGeom prst="roundRect">
            <a:avLst>
              <a:gd name="adj" fmla="val 6000"/>
            </a:avLst>
          </a:prstGeom>
          <a:solidFill>
            <a:srgbClr val="FFFFFF"/>
          </a:solidFill>
          <a:ln w="12700">
            <a:solidFill>
              <a:srgbClr val="9CCE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70432" y="2889504"/>
            <a:ext cx="4288536" cy="365760"/>
          </a:xfrm>
          <a:prstGeom prst="rect">
            <a:avLst/>
          </a:prstGeom>
          <a:noFill/>
        </p:spPr>
        <p:txBody>
          <a:bodyPr wrap="square" lIns="0" rIns="0" tIns="0" bIns="0" anchor="t">
            <a:spAutoFit/>
          </a:bodyPr>
          <a:lstStyle/>
          <a:p>
            <a:pPr algn="ctr">
              <a:lnSpc>
                <a:spcPct val="110000"/>
              </a:lnSpc>
              <a:spcAft>
                <a:spcPts val="400"/>
              </a:spcAft>
            </a:pPr>
            <a:r>
              <a:rPr sz="1800" b="1" spc="0">
                <a:solidFill>
                  <a:srgbClr val="5A8C3E"/>
                </a:solidFill>
                <a:latin typeface="Didact Gothic"/>
              </a:rPr>
              <a:t>Representative imagery</a:t>
            </a:r>
          </a:p>
        </p:txBody>
      </p:sp>
      <p:sp>
        <p:nvSpPr>
          <p:cNvPr id="8" name="TextBox 7"/>
          <p:cNvSpPr txBox="1"/>
          <p:nvPr/>
        </p:nvSpPr>
        <p:spPr>
          <a:xfrm>
            <a:off x="1207008" y="3383280"/>
            <a:ext cx="4215383" cy="1289304"/>
          </a:xfrm>
          <a:prstGeom prst="rect">
            <a:avLst/>
          </a:prstGeom>
          <a:noFill/>
        </p:spPr>
        <p:txBody>
          <a:bodyPr wrap="square" lIns="0" rIns="0" tIns="0" bIns="0" anchor="t">
            <a:spAutoFit/>
          </a:bodyPr>
          <a:lstStyle/>
          <a:p>
            <a:pPr algn="ctr">
              <a:lnSpc>
                <a:spcPct val="110000"/>
              </a:lnSpc>
              <a:spcAft>
                <a:spcPts val="400"/>
              </a:spcAft>
            </a:pPr>
            <a:r>
              <a:rPr sz="1500" b="0" spc="0">
                <a:solidFill>
                  <a:srgbClr val="52616C"/>
                </a:solidFill>
                <a:latin typeface="Didact Gothic"/>
              </a:rPr>
              <a:t>Insert confirmed imagery and a short interpretation</a:t>
            </a:r>
          </a:p>
          <a:p>
            <a:pPr algn="ctr">
              <a:lnSpc>
                <a:spcPct val="110000"/>
              </a:lnSpc>
              <a:spcAft>
                <a:spcPts val="400"/>
              </a:spcAft>
            </a:pPr>
            <a:r>
              <a:rPr sz="1500" b="0" spc="0">
                <a:solidFill>
                  <a:srgbClr val="52616C"/>
                </a:solidFill>
                <a:latin typeface="Didact Gothic"/>
              </a:rPr>
              <a:t>after the demonstration-team debrief.</a:t>
            </a:r>
          </a:p>
        </p:txBody>
      </p:sp>
      <p:sp>
        <p:nvSpPr>
          <p:cNvPr id="9" name="TextBox 8"/>
          <p:cNvSpPr txBox="1"/>
          <p:nvPr/>
        </p:nvSpPr>
        <p:spPr>
          <a:xfrm>
            <a:off x="987552" y="4965192"/>
            <a:ext cx="4654296" cy="310896"/>
          </a:xfrm>
          <a:prstGeom prst="rect">
            <a:avLst/>
          </a:prstGeom>
          <a:noFill/>
        </p:spPr>
        <p:txBody>
          <a:bodyPr wrap="square" lIns="0" rIns="0" tIns="0" bIns="0" anchor="t">
            <a:spAutoFit/>
          </a:bodyPr>
          <a:lstStyle/>
          <a:p>
            <a:pPr algn="ctr">
              <a:lnSpc>
                <a:spcPct val="110000"/>
              </a:lnSpc>
              <a:spcAft>
                <a:spcPts val="400"/>
              </a:spcAft>
            </a:pPr>
            <a:r>
              <a:rPr sz="1400" b="0" spc="0">
                <a:solidFill>
                  <a:srgbClr val="52616C"/>
                </a:solidFill>
                <a:latin typeface="Didact Gothic"/>
              </a:rPr>
              <a:t>Result figure pending team confirmation</a:t>
            </a:r>
          </a:p>
        </p:txBody>
      </p:sp>
      <p:sp>
        <p:nvSpPr>
          <p:cNvPr id="10" name="TextBox 9"/>
          <p:cNvSpPr txBox="1"/>
          <p:nvPr/>
        </p:nvSpPr>
        <p:spPr>
          <a:xfrm>
            <a:off x="6272784" y="1892807"/>
            <a:ext cx="5074920" cy="402336"/>
          </a:xfrm>
          <a:prstGeom prst="rect">
            <a:avLst/>
          </a:prstGeom>
          <a:noFill/>
        </p:spPr>
        <p:txBody>
          <a:bodyPr wrap="square" lIns="0" rIns="0" tIns="0" bIns="0" anchor="t">
            <a:spAutoFit/>
          </a:bodyPr>
          <a:lstStyle/>
          <a:p>
            <a:pPr algn="l">
              <a:lnSpc>
                <a:spcPct val="110000"/>
              </a:lnSpc>
              <a:spcAft>
                <a:spcPts val="400"/>
              </a:spcAft>
            </a:pPr>
            <a:r>
              <a:rPr sz="2300" b="1" spc="0">
                <a:solidFill>
                  <a:srgbClr val="5A8C3E"/>
                </a:solidFill>
                <a:latin typeface="Didact Gothic"/>
              </a:rPr>
              <a:t>Confirmed demonstration outcome</a:t>
            </a:r>
          </a:p>
        </p:txBody>
      </p:sp>
      <p:sp>
        <p:nvSpPr>
          <p:cNvPr id="11" name="TextBox 10"/>
          <p:cNvSpPr txBox="1"/>
          <p:nvPr/>
        </p:nvSpPr>
        <p:spPr>
          <a:xfrm>
            <a:off x="6272784" y="2532888"/>
            <a:ext cx="4983480" cy="813816"/>
          </a:xfrm>
          <a:prstGeom prst="rect">
            <a:avLst/>
          </a:prstGeom>
          <a:noFill/>
        </p:spPr>
        <p:txBody>
          <a:bodyPr wrap="square" lIns="0" rIns="0" tIns="0" bIns="0" anchor="t">
            <a:spAutoFit/>
          </a:bodyPr>
          <a:lstStyle/>
          <a:p>
            <a:pPr algn="l">
              <a:lnSpc>
                <a:spcPct val="110000"/>
              </a:lnSpc>
              <a:spcAft>
                <a:spcPts val="400"/>
              </a:spcAft>
            </a:pPr>
            <a:r>
              <a:rPr sz="2100" b="0" spc="0">
                <a:solidFill>
                  <a:srgbClr val="162C40"/>
                </a:solidFill>
                <a:latin typeface="Didact Gothic"/>
              </a:rPr>
              <a:t>Outdoor UAV flights completed at Björkdal</a:t>
            </a:r>
          </a:p>
          <a:p>
            <a:pPr algn="l">
              <a:lnSpc>
                <a:spcPct val="110000"/>
              </a:lnSpc>
              <a:spcAft>
                <a:spcPts val="400"/>
              </a:spcAft>
            </a:pPr>
            <a:r>
              <a:rPr sz="2100" b="0" spc="0">
                <a:solidFill>
                  <a:srgbClr val="162C40"/>
                </a:solidFill>
                <a:latin typeface="Didact Gothic"/>
              </a:rPr>
              <a:t>with the multispectral camera.</a:t>
            </a:r>
          </a:p>
        </p:txBody>
      </p:sp>
      <p:sp>
        <p:nvSpPr>
          <p:cNvPr id="12" name="TextBox 11"/>
          <p:cNvSpPr txBox="1"/>
          <p:nvPr/>
        </p:nvSpPr>
        <p:spPr>
          <a:xfrm>
            <a:off x="6272784" y="3611880"/>
            <a:ext cx="5074920" cy="393192"/>
          </a:xfrm>
          <a:prstGeom prst="rect">
            <a:avLst/>
          </a:prstGeom>
          <a:noFill/>
        </p:spPr>
        <p:txBody>
          <a:bodyPr wrap="square" lIns="0" rIns="0" tIns="0" bIns="0" anchor="t">
            <a:spAutoFit/>
          </a:bodyPr>
          <a:lstStyle/>
          <a:p>
            <a:pPr algn="l">
              <a:lnSpc>
                <a:spcPct val="110000"/>
              </a:lnSpc>
              <a:spcAft>
                <a:spcPts val="400"/>
              </a:spcAft>
            </a:pPr>
            <a:r>
              <a:rPr sz="2200" b="1" spc="0">
                <a:solidFill>
                  <a:srgbClr val="162C40"/>
                </a:solidFill>
                <a:latin typeface="Didact Gothic"/>
              </a:rPr>
              <a:t>Results to add after the debrief</a:t>
            </a:r>
          </a:p>
        </p:txBody>
      </p:sp>
      <p:sp>
        <p:nvSpPr>
          <p:cNvPr id="13" name="TextBox 12"/>
          <p:cNvSpPr txBox="1"/>
          <p:nvPr/>
        </p:nvSpPr>
        <p:spPr>
          <a:xfrm>
            <a:off x="6272784" y="4242816"/>
            <a:ext cx="5010912" cy="393192"/>
          </a:xfrm>
          <a:prstGeom prst="rect">
            <a:avLst/>
          </a:prstGeom>
          <a:noFill/>
        </p:spPr>
        <p:txBody>
          <a:bodyPr wrap="square" lIns="0" rIns="0" tIns="0" bIns="0" anchor="t">
            <a:spAutoFit/>
          </a:bodyPr>
          <a:lstStyle/>
          <a:p>
            <a:pPr algn="l">
              <a:lnSpc>
                <a:spcPct val="110000"/>
              </a:lnSpc>
              <a:spcAft>
                <a:spcPts val="400"/>
              </a:spcAft>
            </a:pPr>
            <a:r>
              <a:rPr sz="1700" b="0" spc="0">
                <a:solidFill>
                  <a:srgbClr val="162C40"/>
                </a:solidFill>
                <a:latin typeface="Didact Gothic"/>
              </a:rPr>
              <a:t>• Representative imagery and interpretation</a:t>
            </a:r>
          </a:p>
        </p:txBody>
      </p:sp>
      <p:sp>
        <p:nvSpPr>
          <p:cNvPr id="14" name="TextBox 13"/>
          <p:cNvSpPr txBox="1"/>
          <p:nvPr/>
        </p:nvSpPr>
        <p:spPr>
          <a:xfrm>
            <a:off x="6272784" y="4654296"/>
            <a:ext cx="5010912" cy="393192"/>
          </a:xfrm>
          <a:prstGeom prst="rect">
            <a:avLst/>
          </a:prstGeom>
          <a:noFill/>
        </p:spPr>
        <p:txBody>
          <a:bodyPr wrap="square" lIns="0" rIns="0" tIns="0" bIns="0" anchor="t">
            <a:spAutoFit/>
          </a:bodyPr>
          <a:lstStyle/>
          <a:p>
            <a:pPr algn="l">
              <a:lnSpc>
                <a:spcPct val="110000"/>
              </a:lnSpc>
              <a:spcAft>
                <a:spcPts val="400"/>
              </a:spcAft>
            </a:pPr>
            <a:r>
              <a:rPr sz="1700" b="0" spc="0">
                <a:solidFill>
                  <a:srgbClr val="162C40"/>
                </a:solidFill>
                <a:latin typeface="Didact Gothic"/>
              </a:rPr>
              <a:t>• Image acquisition and quality findings</a:t>
            </a:r>
          </a:p>
        </p:txBody>
      </p:sp>
      <p:sp>
        <p:nvSpPr>
          <p:cNvPr id="15" name="TextBox 14"/>
          <p:cNvSpPr txBox="1"/>
          <p:nvPr/>
        </p:nvSpPr>
        <p:spPr>
          <a:xfrm>
            <a:off x="6272784" y="5065776"/>
            <a:ext cx="5010912" cy="393192"/>
          </a:xfrm>
          <a:prstGeom prst="rect">
            <a:avLst/>
          </a:prstGeom>
          <a:noFill/>
        </p:spPr>
        <p:txBody>
          <a:bodyPr wrap="square" lIns="0" rIns="0" tIns="0" bIns="0" anchor="t">
            <a:spAutoFit/>
          </a:bodyPr>
          <a:lstStyle/>
          <a:p>
            <a:pPr algn="l">
              <a:lnSpc>
                <a:spcPct val="110000"/>
              </a:lnSpc>
              <a:spcAft>
                <a:spcPts val="400"/>
              </a:spcAft>
            </a:pPr>
            <a:r>
              <a:rPr sz="1700" b="0" spc="0">
                <a:solidFill>
                  <a:srgbClr val="162C40"/>
                </a:solidFill>
                <a:latin typeface="Didact Gothic"/>
              </a:rPr>
              <a:t>• Operational feedback and lessons learned</a:t>
            </a:r>
          </a:p>
        </p:txBody>
      </p:sp>
      <p:sp>
        <p:nvSpPr>
          <p:cNvPr id="16" name="Rounded Rectangle 15"/>
          <p:cNvSpPr/>
          <p:nvPr/>
        </p:nvSpPr>
        <p:spPr>
          <a:xfrm>
            <a:off x="768096" y="5596128"/>
            <a:ext cx="10652760" cy="438912"/>
          </a:xfrm>
          <a:prstGeom prst="roundRect">
            <a:avLst>
              <a:gd name="adj" fmla="val 6000"/>
            </a:avLst>
          </a:prstGeom>
          <a:solidFill>
            <a:srgbClr val="5A8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0976" y="5669280"/>
            <a:ext cx="10287000" cy="310896"/>
          </a:xfrm>
          <a:prstGeom prst="rect">
            <a:avLst/>
          </a:prstGeom>
          <a:noFill/>
        </p:spPr>
        <p:txBody>
          <a:bodyPr wrap="square" lIns="0" rIns="0" tIns="0" bIns="0" anchor="t">
            <a:spAutoFit/>
          </a:bodyPr>
          <a:lstStyle/>
          <a:p>
            <a:pPr algn="l">
              <a:lnSpc>
                <a:spcPct val="110000"/>
              </a:lnSpc>
              <a:spcAft>
                <a:spcPts val="400"/>
              </a:spcAft>
            </a:pPr>
            <a:r>
              <a:rPr sz="1800" b="0" spc="0">
                <a:solidFill>
                  <a:srgbClr val="FFFFFF"/>
                </a:solidFill>
                <a:latin typeface="Didact Gothic"/>
              </a:rPr>
              <a:t>Flight demonstration completed; imagery and detailed findings pending feedback.</a:t>
            </a:r>
          </a:p>
        </p:txBody>
      </p:sp>
      <p:sp>
        <p:nvSpPr>
          <p:cNvPr id="18" name="TextBox 17"/>
          <p:cNvSpPr txBox="1"/>
          <p:nvPr/>
        </p:nvSpPr>
        <p:spPr>
          <a:xfrm>
            <a:off x="3931920" y="6428232"/>
            <a:ext cx="4480560" cy="201168"/>
          </a:xfrm>
          <a:prstGeom prst="rect">
            <a:avLst/>
          </a:prstGeom>
          <a:noFill/>
        </p:spPr>
        <p:txBody>
          <a:bodyPr wrap="square" lIns="0" rIns="0" tIns="0" bIns="0" anchor="t">
            <a:spAutoFit/>
          </a:bodyPr>
          <a:lstStyle/>
          <a:p>
            <a:pPr algn="l">
              <a:lnSpc>
                <a:spcPct val="110000"/>
              </a:lnSpc>
              <a:spcAft>
                <a:spcPts val="400"/>
              </a:spcAft>
            </a:pPr>
            <a:r>
              <a:rPr sz="900" b="0" spc="0">
                <a:solidFill>
                  <a:srgbClr val="3F3219"/>
                </a:solidFill>
                <a:latin typeface="Didact Gothic"/>
              </a:rPr>
              <a:t>XTRACT 7th GA | Online | 14 October 2026</a:t>
            </a:r>
          </a:p>
        </p:txBody>
      </p:sp>
      <p:sp>
        <p:nvSpPr>
          <p:cNvPr id="19" name="TextBox 18"/>
          <p:cNvSpPr txBox="1"/>
          <p:nvPr/>
        </p:nvSpPr>
        <p:spPr>
          <a:xfrm>
            <a:off x="10972800" y="6419088"/>
            <a:ext cx="457200" cy="228600"/>
          </a:xfrm>
          <a:prstGeom prst="rect">
            <a:avLst/>
          </a:prstGeom>
          <a:noFill/>
        </p:spPr>
        <p:txBody>
          <a:bodyPr wrap="square" lIns="0" rIns="0" tIns="0" bIns="0" anchor="t">
            <a:spAutoFit/>
          </a:bodyPr>
          <a:lstStyle/>
          <a:p>
            <a:pPr algn="r">
              <a:lnSpc>
                <a:spcPct val="110000"/>
              </a:lnSpc>
              <a:spcAft>
                <a:spcPts val="400"/>
              </a:spcAft>
            </a:pPr>
            <a:r>
              <a:rPr sz="1000" b="0" spc="0">
                <a:solidFill>
                  <a:srgbClr val="162C40"/>
                </a:solidFill>
                <a:latin typeface="Didact Gothic"/>
              </a:rPr>
              <a:t>3</a:t>
            </a:r>
          </a:p>
        </p:txBody>
      </p:sp>
      <p:sp>
        <p:nvSpPr>
          <p:cNvPr id="20" name="TextBox 19"/>
          <p:cNvSpPr txBox="1"/>
          <p:nvPr/>
        </p:nvSpPr>
        <p:spPr>
          <a:xfrm>
            <a:off x="1682496" y="6437376"/>
            <a:ext cx="2157984" cy="210312"/>
          </a:xfrm>
          <a:prstGeom prst="rect">
            <a:avLst/>
          </a:prstGeom>
          <a:noFill/>
        </p:spPr>
        <p:txBody>
          <a:bodyPr wrap="square" lIns="0" rIns="0" tIns="0" bIns="0" anchor="t">
            <a:spAutoFit/>
          </a:bodyPr>
          <a:lstStyle/>
          <a:p>
            <a:pPr algn="l">
              <a:lnSpc>
                <a:spcPct val="110000"/>
              </a:lnSpc>
              <a:spcAft>
                <a:spcPts val="400"/>
              </a:spcAft>
            </a:pPr>
            <a:r>
              <a:rPr sz="800" b="0" spc="0">
                <a:solidFill>
                  <a:srgbClr val="3F3219"/>
                </a:solidFill>
                <a:latin typeface="Didact Gothic"/>
              </a:rPr>
              <a:t>EU Horizon Europe | GA 101138432</a:t>
            </a:r>
          </a:p>
        </p:txBody>
      </p:sp>
    </p:spTree>
  </p:cSld>
  <mc:AlternateContent>
    <mc:Choice Requires="p14">
      <p:transition spd="slow" p14:dur="2000"/>
    </mc:Choice>
    <mc:Fallback>
      <p:transition spd="slow"/>
    </mc:Fallback>
  </mc:AlternateContent>
  <p:extLst>
    <p:ext uri="urn:com:collaboraoffice:names:experimental:ooxml:xmlns:coext:1.0">
      <coext:pageGuid xmlns:coext="urn:com:collaboraoffice:names:experimental:ooxml:xmlns:coext:1.0" val="{E4DF89CC-4DD9-42B6-A193-FF37BFECB06B}"/>
    </p:ext>
  </p:extLs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66</TotalTime>
  <Application>Collabora_Office/26.04.4.1$Linux_X86_64 LibreOffice_project/825c9caa93da8651971522ba82a80fa0777539c0</Application>
  <AppVersion>15.0000</AppVersion>
  <Words>535</Words>
  <Paragraphs>106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2023-08-08T09:23:42Z</dcterms:created>
  <dc:creator>Andreas Lefkatis | ACCELIGENCE</dc:creator>
  <dc:description>Three-slide draft based on confirmed activities. Detailed results, figures and operational feedback await the demonstration-team debrief.</dc:description>
  <dc:language>en-US</dc:language>
  <cp:lastModifiedBy>Antonia Papadaki</cp:lastModifiedBy>
  <dcterms:modified xsi:type="dcterms:W3CDTF">2026-09-25T08:45:26Z</dcterms:modified>
  <cp:revision>58</cp:revision>
  <dc:subject>Björkdal indoor SLAM, previous fragmented material characterisation and outdoor multispectral flights</dc:subject>
  <dc:title>XTRACT 7th GA – WP8 UAV pilot demonstrations</dc:title>
  <cp:keywords>XTRACT; WP8; Björkdal; SLAM; fragmentation; multispectral; pilot demonstration</cp:keyword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5</vt:i4>
  </property>
  <property fmtid="{D5CDD505-2E9C-101B-9397-08002B2CF9AE}" pid="3" name="MMClips">
    <vt:i4>1</vt:i4>
  </property>
  <property fmtid="{D5CDD505-2E9C-101B-9397-08002B2CF9AE}" pid="4" name="PresentationFormat">
    <vt:lpwstr>Ευρεία οθόνη</vt:lpwstr>
  </property>
  <property fmtid="{D5CDD505-2E9C-101B-9397-08002B2CF9AE}" pid="5" name="Slides">
    <vt:i4>15</vt:i4>
  </property>
</Properties>
</file>