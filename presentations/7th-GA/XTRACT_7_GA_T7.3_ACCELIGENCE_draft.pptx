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
  <Override PartName="/ppt/media/image12.svg" ContentType="image/svg"/>
  <Override PartName="/ppt/media/image14.svg" ContentType="image/svg"/>
  <Override PartName="/ppt/media/image16.svg" ContentType="image/svg"/>
  <Override PartName="/ppt/media/image18.svg" ContentType="image/svg"/>
  <Override PartName="/ppt/media/image2.svg" ContentType="image/svg"/>
  <Override PartName="/ppt/media/image20.svg" ContentType="image/svg"/>
  <Override PartName="/ppt/media/image5.svg" ContentType="image/svg"/>
  <Override PartName="/ppt/media/image8.svg" ContentType="image/sv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Lst>
  <p:sldIdLst>
    <p:sldId id="256" r:id="rId12"/>
    <p:sldId id="261" r:id="rId17"/>
    <p:sldId id="262" r:id="rId18"/>
    <p:sldId id="263" r:id="rId19"/>
    <p:sldId id="265" r:id="rId21"/>
    <p:sldId id="258" r:id="rId14"/>
    <p:sldId id="259" r:id="rId15"/>
    <p:sldId id="260" r:id="rId16"/>
    <p:sldId id="266" r:id="rId22"/>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 Target="slides/slide1.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notesMaster" Target="notesMasters/notesMaster1.xml"/><Relationship Id="rId21" Type="http://schemas.openxmlformats.org/officeDocument/2006/relationships/slide" Target="slides/slide10.xml"/><Relationship Id="rId22" Type="http://schemas.openxmlformats.org/officeDocument/2006/relationships/slide" Target="slides/slide11.xml"/><Relationship Id="rId27"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Today I will focus on the evolution of the indoor configuration. The T7.3 technical activities are complete. We have moved from platform preparation to underground testing and demonstration at Björkdal. Detailed pilot scenarios and results are reserved for WP8.</a:t>
            </a:r>
          </a:p>
          <a:p/>
          <a:p>
            <a:r>
              <a:t>SOURCE / CONFIRMATION</a:t>
            </a:r>
          </a:p>
          <a:p>
            <a:r>
              <a:t>Presenter details: September 2026 progress deck, slide 1. Meeting date and branding: uploaded 7th GA template. Completion and Björkdal deployment: task-lead confirmation in this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The main change since the previous General Assembly is the transition from a prepared indoor platform to a deployed system. At the previous GA, the design was finalised and the payload kit was ready, while final preparation was ongoing. By September, Lavrion flights had been completed with and without payload. We have now completed the indoor pilot activities at Björkdal, including payload and SLAM/mapping demonstration.</a:t>
            </a:r>
          </a:p>
          <a:p/>
          <a:p>
            <a:r>
              <a:t>SOURCE / CONFIRMATION</a:t>
            </a:r>
          </a:p>
          <a:p>
            <a:r>
              <a:t>June WP7 deck: slides 2–5. September WP5/T5.1 update: slide 4 documents indoor progress. User confirms no unfinished T7.3 technical activities; payload and SLAM/mapping demonstrated at Björkdal. Exact pilot dates and quantitative results are not assumed.</a:t>
            </a:r>
          </a:p>
          <a:p/>
          <a:p>
            <a:r>
              <a:t>PRESENTER UPDATE</a:t>
            </a:r>
          </a:p>
          <a:p>
            <a:r>
              <a:t>Core task completion is confirmed by the task lead. This is not a claim that every performance KPI, fragmentation result or deliverable has been formally accepted.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The indoor configuration uses the same modular platform architecture, with a compact layout and protective guards for confined spaces. The mechanical parts and payload kit were manufactured and assembled. The LiDAR, RGB and Jetson combination prepared with USAL has now been demonstrated at the pilot. These are platform achievements; the algorithm-level navigation results belong with the related USAL work.</a:t>
            </a:r>
          </a:p>
          <a:p/>
          <a:p>
            <a:r>
              <a:t>SOURCE / CONFIRMATION</a:t>
            </a:r>
          </a:p>
          <a:p>
            <a:r>
              <a:t>Grant Agreement: Annex 1, T7.3, PDF page 76. June WP7 deck: slide 2 for manufacturing, propulsion and payload kit. September update: slides 4 and 6, design image and Lavrion photographs. Integrated payload demonstration confirmed by the user.</a:t>
            </a:r>
          </a:p>
          <a:p/>
          <a:p>
            <a:r>
              <a:t>PRESENTER UPDATE</a:t>
            </a:r>
          </a:p>
          <a:p>
            <a:r>
              <a:t>The Grant Agreement describes an intended coaxial arrangement, while the progress-deck metrics list four motors. Do not assert rotor count, measured endurance, payload capacity or certified environmental protection without the as-built specification. The kit photograph is a preparation image from the previous GA, not a Björkdal pilot photograph.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Lavrion provided the staged indoor test environment before deployment to the mine. We performed flights both without payload and with payload, together with USAL. This gave us practical flight evidence for the integrated configuration. The images are from the Lavrion campaign. I will not quote endurance, accuracy or other quantitative metrics here because those values have not been verified in the supplied material.</a:t>
            </a:r>
          </a:p>
          <a:p/>
          <a:p>
            <a:r>
              <a:t>SOURCE / CONFIRMATION</a:t>
            </a:r>
          </a:p>
          <a:p>
            <a:r>
              <a:t>September WP5/T5.1 update: slide 4 explicitly confirms Lavrion flight tests with and without payload, in collaboration with USAL. Slide 6 supplies these three photographs. The photographs are not individually labelled as with-payload or without-payload configurations.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I will keep the Björkdal update brief because the pilot has its own WP8 presentation. Our indoor activities are complete and the payload and SLAM/mapping workflow were demonstrated. The overall campaign covered several indoor and outdoor scenarios. Fragmentation results still need to be consolidated, and the detailed lessons learned will be added once the team has debriefed.</a:t>
            </a:r>
          </a:p>
          <a:p/>
          <a:p>
            <a:r>
              <a:t>SOURCE / CONFIRMATION</a:t>
            </a:r>
          </a:p>
          <a:p>
            <a:r>
              <a:t>Direct user confirmation: indoor and outdoor activities performed, multiple scenarios; all T7.3 technical activities completed; payload and SLAM/mapping demonstrated; fragmentation results pending. User states colleagues finished the pilot on 9 October 2026 and feedback will be added on Monday, 12 October.</a:t>
            </a:r>
          </a:p>
          <a:p/>
          <a:p>
            <a:r>
              <a:t>PRESENTER UPDATE</a:t>
            </a:r>
          </a:p>
          <a:p>
            <a:r>
              <a:t>Add the confirmed pilot feedback on 12 October. Do not add invented scenario counts, mapping accuracy, flight duration, autonomy claims or successful fragmentation metrics. No older mine photograph is presented as evidence of the October campaign.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These are the development and operating risks we managed as the indoor system matured. Propulsion behaviour was addressed through testing alternative motor and ESC combinations. Confined-space operation was addressed through the compact configuration, guards and underground testing. Payload effects were investigated in flights with and without payload. The Björkdal site assessment informed preparation for GNSS-denied mine operation. Pilot-specific problems and their fixes will be added after the team debrief; I am not claiming that every environmental risk has been eliminated.</a:t>
            </a:r>
          </a:p>
          <a:p/>
          <a:p>
            <a:r>
              <a:t>SOURCE / CONFIRMATION</a:t>
            </a:r>
          </a:p>
          <a:p>
            <a:r>
              <a:t>June WP7 deck: slides 2–3, propulsion tests, alternatives, site constraints and underground Wi-Fi assessment. September update: slides 4 and 6, payload/no-payload flights and guard photographs. User confirms integrated payload and SLAM/mapping demonstration at Björkdal.</a:t>
            </a:r>
          </a:p>
          <a:p/>
          <a:p>
            <a:r>
              <a:t>PRESENTER UPDATE</a:t>
            </a:r>
          </a:p>
          <a:p>
            <a:r>
              <a:t>Editable area for Monday 12 October: replace the orange band with one or two actual pilot lessons once colleagues provide feedback. The table is a task-level summary, not the official project risk register; no formal risk IDs, probability scores or residual risk ratings have been invented. Do not imply waterproofing, dust certification, universal connectivity or fully autonomous navigation.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There are no unfinished T7.3 technical activities. The remaining steps concern consolidating the pilot feedback, the pending fragmentation results and the evidence needed for reporting and the Final Review. The team debrief comes first, on Monday 12 October. These steps should not be presented as further hardware development or a new test campaign.</a:t>
            </a:r>
          </a:p>
          <a:p/>
          <a:p>
            <a:r>
              <a:t>SOURCE / CONFIRMATION</a:t>
            </a:r>
          </a:p>
          <a:p>
            <a:r>
              <a:t>User confirms no unfinished technical activities and fragmentation results pending. Grant Agreement: WP7 live documents D7.1/D7.2 led by LTU, PDF pages 89–90. The template requests a before-Christmas next-steps slide; this is a proposed reporting window, not a newly asserted contractual deadline.</a:t>
            </a:r>
          </a:p>
          <a:p/>
          <a:p>
            <a:r>
              <a:t>PRESENTER UPDATE</a:t>
            </a:r>
          </a:p>
          <a:p>
            <a:r>
              <a:t>Confirm the owner and delivery timing of fragmentation results after the debrief. Provide T7.3 inputs to the WP7 lead as needed; do not claim D7.2 has been submitted or accepted.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For the Final Review, we should tell one consistent story: the indoor configuration is complete, it was tested in Lavrion, and it was demonstrated in the mine with payload and SLAM/mapping. Our evidence package should connect those stages to the T7.3 scope. Quantitative pilot results and scenario detail remain with the WP8 presentation. Fragmentation outcomes and the confirmed lessons learned will be incorporated when consolidated.</a:t>
            </a:r>
          </a:p>
          <a:p/>
          <a:p>
            <a:r>
              <a:t>SOURCE / CONFIRMATION</a:t>
            </a:r>
          </a:p>
          <a:p>
            <a:r>
              <a:t>Grant Agreement: T7.3 platform adaptation and deployment scope, PDF page 76. Completed configuration and Lavrion flights documented in September update; Björkdal demonstration confirmed by the user. These are proposed evidence-preparation steps, not a statement that the evidence package is already final or accepted.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The indoor configuration has progressed from design and preparation to completed tests and mine demonstration. The technical activities are complete. The final steps are the consolidation of results and lessons learned, together with the evidence for the Final Review.</a:t>
            </a:r>
          </a:p>
          <a:p/>
          <a:p>
            <a:r>
              <a:t>SOURCE / CONFIRMATION</a:t>
            </a:r>
          </a:p>
          <a:p>
            <a:r>
              <a:t>Completion statement confirmed by task lead. Branding, project contacts and funding acknowledgement retained from the uploaded template.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Vertical Title and Text">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FCA3A2A8-A3CB-492B-AF4A-6C0371CDF6B6}" type="slidenum">
              <a:t>&lt;#&gt;</a:t>
            </a:fld>
          </a:p>
        </p:txBody>
      </p:sp>
      <p:sp>
        <p:nvSpPr>
          <p:cNvPr id="4" name="PlaceHolder 3"/>
          <p:cNvSpPr>
            <a:spLocks noGrp="1"/>
          </p:cNvSpPr>
          <p:nvPr>
            <p:ph type="dt" idx="3"/>
          </p:nvPr>
        </p:nvSpPr>
        <p:spPr/>
        <p:txBody>
          <a:bodyPr/>
          <a:p>
            <a:r>
              <a:rPr lang="es-ES"/>
              <a:t/>
            </a:r>
          </a:p>
        </p:txBody>
      </p:sp>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6_Vertical Title and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337AEDD6-6608-4174-AA25-BB24439CECE3}" type="slidenum">
              <a:t>&lt;#&gt;</a:t>
            </a:fld>
          </a:p>
        </p:txBody>
      </p:sp>
      <p:sp>
        <p:nvSpPr>
          <p:cNvPr id="4" name="PlaceHolder 3"/>
          <p:cNvSpPr>
            <a:spLocks noGrp="1"/>
          </p:cNvSpPr>
          <p:nvPr>
            <p:ph type="dt" idx="6"/>
          </p:nvPr>
        </p:nvSpPr>
        <p:spPr/>
        <p:txBody>
          <a:bodyPr/>
          <a:p>
            <a:r>
              <a:rPr lang="es-ES"/>
              <a:t/>
            </a:r>
          </a:p>
        </p:txBody>
      </p:sp>
    </p:spTree>
  </p:cSld>
  <p:clrMapOvr>
    <a:masterClrMapping/>
  </p:clrMapOvr>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7_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0F85AD7B-5511-4B7A-B3B2-DC47F0DCB1CA}" type="slidenum">
              <a:t>&lt;#&gt;</a:t>
            </a:fld>
          </a:p>
        </p:txBody>
      </p:sp>
      <p:sp>
        <p:nvSpPr>
          <p:cNvPr id="4" name="PlaceHolder 3"/>
          <p:cNvSpPr>
            <a:spLocks noGrp="1"/>
          </p:cNvSpPr>
          <p:nvPr>
            <p:ph type="dt" idx="9"/>
          </p:nvPr>
        </p:nvSpPr>
        <p:spPr/>
        <p:txBody>
          <a:bodyPr/>
          <a:p>
            <a:r>
              <a:rPr lang="es-ES"/>
              <a:t/>
            </a:r>
          </a:p>
        </p:txBody>
      </p:sp>
    </p:spTree>
  </p:cSld>
  <p:clrMapOvr>
    <a:masterClrMapping/>
  </p:clrMapOvr>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8_Vertical Title and Text">
    <p:spTree>
      <p:nvGrpSpPr>
        <p:cNvPr id="1" name=""/>
        <p:cNvGrpSpPr/>
        <p:nvPr/>
      </p:nvGrpSpPr>
      <p:grpSpPr>
        <a:xfrm>
          <a:off x="0" y="0"/>
          <a:ext cx="0" cy="0"/>
          <a:chOff x="0" y="0"/>
          <a:chExt cx="0" cy="0"/>
        </a:xfrm>
      </p:grpSpPr>
      <p:sp>
        <p:nvSpPr>
          <p:cNvPr id="2" name="PlaceHolder 1"/>
          <p:cNvSpPr>
            <a:spLocks noGrp="1"/>
          </p:cNvSpPr>
          <p:nvPr>
            <p:ph type="ftr" idx="10"/>
          </p:nvPr>
        </p:nvSpPr>
        <p:spPr/>
        <p:txBody>
          <a:bodyPr/>
          <a:p>
            <a:r>
              <a:t>Footer</a:t>
            </a:r>
          </a:p>
        </p:txBody>
      </p:sp>
      <p:sp>
        <p:nvSpPr>
          <p:cNvPr id="3" name="PlaceHolder 2"/>
          <p:cNvSpPr>
            <a:spLocks noGrp="1"/>
          </p:cNvSpPr>
          <p:nvPr>
            <p:ph type="sldNum" idx="11"/>
          </p:nvPr>
        </p:nvSpPr>
        <p:spPr/>
        <p:txBody>
          <a:bodyPr/>
          <a:p>
            <a:fld id="{2B4CCCD2-940E-40E0-90FE-659A203BA80B}" type="slidenum">
              <a:t>&lt;#&gt;</a:t>
            </a:fld>
          </a:p>
        </p:txBody>
      </p:sp>
      <p:sp>
        <p:nvSpPr>
          <p:cNvPr id="4" name="PlaceHolder 3"/>
          <p:cNvSpPr>
            <a:spLocks noGrp="1"/>
          </p:cNvSpPr>
          <p:nvPr>
            <p:ph type="dt" idx="12"/>
          </p:nvPr>
        </p:nvSpPr>
        <p:spPr/>
        <p:txBody>
          <a:bodyPr/>
          <a:p>
            <a:r>
              <a:rPr lang="es-ES"/>
              <a:t/>
            </a:r>
          </a:p>
        </p:txBody>
      </p:sp>
    </p:spTree>
  </p:cSld>
  <p:clrMapOvr>
    <a:masterClrMapping/>
  </p:clrMapOvr>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9_Vertical Title and Text">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20A6A770-9686-473A-9270-FD545C5DA4B1}" type="slidenum">
              <a:t>&lt;#&gt;</a:t>
            </a:fld>
          </a:p>
        </p:txBody>
      </p:sp>
      <p:sp>
        <p:nvSpPr>
          <p:cNvPr id="4" name="PlaceHolder 3"/>
          <p:cNvSpPr>
            <a:spLocks noGrp="1"/>
          </p:cNvSpPr>
          <p:nvPr>
            <p:ph type="dt" idx="15"/>
          </p:nvPr>
        </p:nvSpPr>
        <p:spPr/>
        <p:txBody>
          <a:bodyPr/>
          <a:p>
            <a:r>
              <a:rPr lang="es-ES"/>
              <a:t/>
            </a:r>
          </a:p>
        </p:txBody>
      </p:sp>
    </p:spTree>
  </p:cSld>
  <p:clrMapOvr>
    <a:masterClrMapping/>
  </p:clrMapOvr>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1_Vertical Title and Text">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
        <p:nvSpPr>
          <p:cNvPr id="3" name="PlaceHolder 2"/>
          <p:cNvSpPr>
            <a:spLocks noGrp="1"/>
          </p:cNvSpPr>
          <p:nvPr>
            <p:ph type="sldNum" idx="17"/>
          </p:nvPr>
        </p:nvSpPr>
        <p:spPr/>
        <p:txBody>
          <a:bodyPr/>
          <a:p>
            <a:fld id="{00E3E747-7A41-4D13-8BD0-FC0E05140382}" type="slidenum">
              <a:t>&lt;#&gt;</a:t>
            </a:fld>
          </a:p>
        </p:txBody>
      </p:sp>
      <p:sp>
        <p:nvSpPr>
          <p:cNvPr id="4" name="PlaceHolder 3"/>
          <p:cNvSpPr>
            <a:spLocks noGrp="1"/>
          </p:cNvSpPr>
          <p:nvPr>
            <p:ph type="dt" idx="18"/>
          </p:nvPr>
        </p:nvSpPr>
        <p:spPr/>
        <p:txBody>
          <a:bodyPr/>
          <a:p>
            <a:r>
              <a:rPr lang="es-ES"/>
              <a:t/>
            </a:r>
          </a:p>
        </p:txBody>
      </p:sp>
    </p:spTree>
  </p:cSld>
  <p:clrMapOvr>
    <a:masterClrMapping/>
  </p:clrMapOvr>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9_Vertical Title and Text">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DF314B71-E47D-43A8-B66C-D434A9FB5FF1}" type="slidenum">
              <a:t>&lt;#&gt;</a:t>
            </a:fld>
          </a:p>
        </p:txBody>
      </p:sp>
      <p:sp>
        <p:nvSpPr>
          <p:cNvPr id="4" name="PlaceHolder 3"/>
          <p:cNvSpPr>
            <a:spLocks noGrp="1"/>
          </p:cNvSpPr>
          <p:nvPr>
            <p:ph type="dt" idx="21"/>
          </p:nvPr>
        </p:nvSpPr>
        <p:spPr/>
        <p:txBody>
          <a:bodyPr/>
          <a:p>
            <a:r>
              <a:rPr lang="es-ES"/>
              <a:t/>
            </a:r>
          </a:p>
        </p:txBody>
      </p:sp>
    </p:spTree>
  </p:cSld>
  <p:clrMapOvr>
    <a:masterClrMapping/>
  </p:clrMapOvr>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22"/>
          </p:nvPr>
        </p:nvSpPr>
        <p:spPr/>
        <p:txBody>
          <a:bodyPr/>
          <a:p>
            <a:r>
              <a:t>Footer</a:t>
            </a:r>
          </a:p>
        </p:txBody>
      </p:sp>
      <p:sp>
        <p:nvSpPr>
          <p:cNvPr id="3" name="PlaceHolder 2"/>
          <p:cNvSpPr>
            <a:spLocks noGrp="1"/>
          </p:cNvSpPr>
          <p:nvPr>
            <p:ph type="sldNum" idx="23"/>
          </p:nvPr>
        </p:nvSpPr>
        <p:spPr/>
        <p:txBody>
          <a:bodyPr/>
          <a:p>
            <a:fld id="{624E3D2B-5AA2-443F-8C38-7EC2CC41CFCA}" type="slidenum">
              <a:t>&lt;#&gt;</a:t>
            </a:fld>
          </a:p>
        </p:txBody>
      </p:sp>
      <p:sp>
        <p:nvSpPr>
          <p:cNvPr id="4" name="PlaceHolder 3"/>
          <p:cNvSpPr>
            <a:spLocks noGrp="1"/>
          </p:cNvSpPr>
          <p:nvPr>
            <p:ph type="dt" idx="24"/>
          </p:nvPr>
        </p:nvSpPr>
        <p:spPr/>
        <p:txBody>
          <a:bodyPr/>
          <a:p>
            <a:r>
              <a:rPr lang="es-ES"/>
              <a:t/>
            </a:r>
          </a:p>
        </p:txBody>
      </p:sp>
    </p:spTree>
  </p:cSld>
  <p:clrMapOvr>
    <a:masterClrMapping/>
  </p:clrMapOvr>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itle Slide">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6_Vertical Title and Tex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jpe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6.wmf"/><Relationship Id="rId5" Type="http://schemas.openxmlformats.org/officeDocument/2006/relationships/image" Target="../media/image1.png"/><Relationship Id="rId6" Type="http://schemas.openxmlformats.org/officeDocument/2006/relationships/image" Target="../media/image2.svg"/><Relationship Id="rId7" Type="http://schemas.openxmlformats.org/officeDocument/2006/relationships/image" Target="../media/image7.png"/><Relationship Id="rId8" Type="http://schemas.openxmlformats.org/officeDocument/2006/relationships/image" Target="../media/image8.svg"/><Relationship Id="rId9"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jpe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image" Target="../media/image9.png"/><Relationship Id="rId10" Type="http://schemas.openxmlformats.org/officeDocument/2006/relationships/image" Target="../media/image10.svg"/><Relationship Id="rId11" Type="http://schemas.openxmlformats.org/officeDocument/2006/relationships/image" Target="../media/image11.png"/><Relationship Id="rId12" Type="http://schemas.openxmlformats.org/officeDocument/2006/relationships/image" Target="../media/image12.svg"/><Relationship Id="rId13" Type="http://schemas.openxmlformats.org/officeDocument/2006/relationships/image" Target="../media/image13.png"/><Relationship Id="rId14" Type="http://schemas.openxmlformats.org/officeDocument/2006/relationships/image" Target="../media/image14.svg"/><Relationship Id="rId15" Type="http://schemas.openxmlformats.org/officeDocument/2006/relationships/image" Target="../media/image15.png"/><Relationship Id="rId16" Type="http://schemas.openxmlformats.org/officeDocument/2006/relationships/image" Target="../media/image16.svg"/><Relationship Id="rId17" Type="http://schemas.openxmlformats.org/officeDocument/2006/relationships/image" Target="../media/image17.png"/><Relationship Id="rId18" Type="http://schemas.openxmlformats.org/officeDocument/2006/relationships/image" Target="../media/image18.svg"/><Relationship Id="rId19" Type="http://schemas.openxmlformats.org/officeDocument/2006/relationships/image" Target="../media/image19.png"/><Relationship Id="rId20" Type="http://schemas.openxmlformats.org/officeDocument/2006/relationships/image" Target="../media/image20.svg"/><Relationship Id="rId21" Type="http://schemas.openxmlformats.org/officeDocument/2006/relationships/slideLayout" Target="../slideLayouts/slideLayout10.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Graphic 2"/>
          <p:cNvPicPr/>
          <p:nvPr/>
        </p:nvPicPr>
        <p:blipFill>
          <a:blip r:embed="rId2">
            <a:extLst>
              <a:ext uri="{96DAC541-7B7A-43D3-8B79-37D633B846F1}">
                <asvg:svgBlip xmlns:asvg="http://schemas.microsoft.com/office/drawing/2016/SVG/main" r:embed="rId3"/>
              </a:ext>
            </a:extLst>
          </a:blip>
          <a:stretch/>
        </p:blipFill>
        <p:spPr>
          <a:xfrm>
            <a:off x="779040" y="6096960"/>
            <a:ext cx="697320" cy="601200"/>
          </a:xfrm>
          <a:prstGeom prst="rect">
            <a:avLst/>
          </a:prstGeom>
          <a:noFill/>
          <a:ln w="0">
            <a:noFill/>
          </a:ln>
        </p:spPr>
      </p:pic>
      <p:sp>
        <p:nvSpPr>
          <p:cNvPr id="3" name="PlaceHolder 1"/>
          <p:cNvSpPr>
            <a:spLocks noGrp="1"/>
          </p:cNvSpPr>
          <p:nvPr>
            <p:ph type="ftr" idx="1"/>
          </p:nvPr>
        </p:nvSpPr>
        <p:spPr>
          <a:xfrm>
            <a:off x="4038480" y="6356520"/>
            <a:ext cx="4113360" cy="363600"/>
          </a:xfrm>
          <a:prstGeom prst="rect">
            <a:avLst/>
          </a:prstGeom>
          <a:noFill/>
          <a:ln w="0">
            <a:noFill/>
          </a:ln>
        </p:spPr>
        <p:txBody>
          <a:bodyPr lIns="90000" tIns="45000" rIns="90000" bIns="45000" anchor="ctr">
            <a:noAutofit/>
          </a:bodyPr>
          <a:lstStyle>
            <a:lvl1pPr indent="0" algn="ctr" defTabSz="914400">
              <a:lnSpc>
                <a:spcPct val="100000"/>
              </a:lnSpc>
              <a:buNone/>
              <a:tabLst>
                <a:tab pos="0" algn="l"/>
              </a:tabLst>
              <a:defRPr lang="en-US" sz="1400" b="0" u="none" strike="noStrike">
                <a:solidFill>
                  <a:srgbClr val="000000"/>
                </a:solidFill>
                <a:effectLst/>
                <a:uFillTx/>
                <a:latin typeface="Calibri"/>
              </a:defRPr>
            </a:lvl1pPr>
          </a:lstStyle>
          <a:p>
            <a:pPr indent="0" algn="ctr" defTabSz="914400">
              <a:lnSpc>
                <a:spcPct val="100000"/>
              </a:lnSpc>
              <a:buNone/>
              <a:tabLst>
                <a:tab pos="0" algn="l"/>
              </a:tabLst>
            </a:pPr>
            <a:r>
              <a:rPr lang="en-US" sz="1400" b="0" u="none" strike="noStrike">
                <a:solidFill>
                  <a:srgbClr val="000000"/>
                </a:solidFill>
                <a:effectLst/>
                <a:uFillTx/>
                <a:latin typeface="Calibri"/>
              </a:rPr>
              <a:t>&lt;pie de página&gt;</a:t>
            </a:r>
            <a:endParaRPr lang="es" sz="1400" b="0" u="none" strike="noStrike">
              <a:solidFill>
                <a:srgbClr val="000000"/>
              </a:solidFill>
              <a:effectLst/>
              <a:uFillTx/>
              <a:latin typeface="Calibri"/>
            </a:endParaRPr>
          </a:p>
        </p:txBody>
      </p:sp>
      <p:sp>
        <p:nvSpPr>
          <p:cNvPr id="4" name="PlaceHolder 2"/>
          <p:cNvSpPr>
            <a:spLocks noGrp="1"/>
          </p:cNvSpPr>
          <p:nvPr>
            <p:ph type="sldNum" idx="2"/>
          </p:nvPr>
        </p:nvSpPr>
        <p:spPr>
          <a:xfrm>
            <a:off x="10937160" y="6356520"/>
            <a:ext cx="415080" cy="363600"/>
          </a:xfrm>
          <a:prstGeom prst="rect">
            <a:avLst/>
          </a:prstGeom>
          <a:noFill/>
          <a:ln w="0">
            <a:noFill/>
          </a:ln>
        </p:spPr>
        <p:txBody>
          <a:bodyPr lIns="90000" tIns="45000" rIns="90000" bIns="45000" anchor="ctr">
            <a:noAutofit/>
          </a:bodyPr>
          <a:lstStyle>
            <a:lvl1pPr indent="0" algn="r" defTabSz="914400">
              <a:lnSpc>
                <a:spcPct val="100000"/>
              </a:lnSpc>
              <a:buNone/>
              <a:tabLst>
                <a:tab pos="0" algn="l"/>
              </a:tabLst>
              <a:defRPr lang="el-GR" sz="1200" b="0" u="none" strike="noStrike">
                <a:solidFill>
                  <a:schemeClr val="dk1">
                    <a:tint val="82000"/>
                  </a:schemeClr>
                </a:solidFill>
                <a:effectLst/>
                <a:uFillTx/>
                <a:latin typeface="Calibri"/>
              </a:defRPr>
            </a:lvl1pPr>
          </a:lstStyle>
          <a:p>
            <a:pPr indent="0" algn="r" defTabSz="914400">
              <a:lnSpc>
                <a:spcPct val="100000"/>
              </a:lnSpc>
              <a:buNone/>
              <a:tabLst>
                <a:tab pos="0" algn="l"/>
              </a:tabLst>
            </a:pPr>
            <a:fld id="{0E12B88E-4745-442D-B4A7-8EF91CC9A082}" type="slidenum">
              <a:rPr lang="el-GR" sz="1200" b="0" u="none" strike="noStrike">
                <a:solidFill>
                  <a:schemeClr val="dk1">
                    <a:tint val="82000"/>
                  </a:schemeClr>
                </a:solidFill>
                <a:effectLst/>
                <a:uFillTx/>
                <a:latin typeface="Calibri"/>
              </a:rPr>
              <a:t>&lt;número&gt;</a:t>
            </a:fld>
            <a:endParaRPr lang="es" sz="1200" b="0" u="none" strike="noStrike">
              <a:solidFill>
                <a:srgbClr val="000000"/>
              </a:solidFill>
              <a:effectLst/>
              <a:uFillTx/>
              <a:latin typeface="Calibri"/>
            </a:endParaRPr>
          </a:p>
        </p:txBody>
      </p:sp>
      <p:sp>
        <p:nvSpPr>
          <p:cNvPr id="5" name="PlaceHolder 3"/>
          <p:cNvSpPr>
            <a:spLocks noGrp="1"/>
          </p:cNvSpPr>
          <p:nvPr>
            <p:ph type="dt" idx="3"/>
          </p:nvPr>
        </p:nvSpPr>
        <p:spPr>
          <a:xfrm>
            <a:off x="2680920" y="6356520"/>
            <a:ext cx="898920" cy="363600"/>
          </a:xfrm>
          <a:prstGeom prst="rect">
            <a:avLst/>
          </a:prstGeom>
          <a:noFill/>
          <a:ln w="0">
            <a:noFill/>
          </a:ln>
        </p:spPr>
        <p:txBody>
          <a:bodyPr lIns="90000" tIns="45000" rIns="90000" bIns="45000" anchor="ctr">
            <a:noAutofit/>
          </a:bodyPr>
          <a:lstStyle>
            <a:lvl1pPr indent="0" algn="l">
              <a:buNone/>
              <a:defRPr lang="es" sz="1400" b="0" u="none" strike="noStrike">
                <a:solidFill>
                  <a:srgbClr val="000000"/>
                </a:solidFill>
                <a:effectLst/>
                <a:uFillTx/>
                <a:latin typeface="Calibri"/>
              </a:defRPr>
            </a:lvl1pPr>
          </a:lstStyle>
          <a:p>
            <a:pPr indent="0" algn="l">
              <a:buNone/>
            </a:pPr>
            <a:fld id="{4E6461A1-5B68-4D05-9B10-F4E508ED7EBC}" type="datetime">
              <a:rPr lang="es" sz="1400" b="0" u="none" strike="noStrike">
                <a:solidFill>
                  <a:srgbClr val="000000"/>
                </a:solidFill>
                <a:effectLst/>
                <a:uFillTx/>
                <a:latin typeface="Calibri"/>
              </a:rPr>
              <a:t>&lt;fecha/hora&gt;</a:t>
            </a:fld>
            <a:endParaRPr lang="es" sz="1400" b="0" u="none" strike="noStrike">
              <a:solidFill>
                <a:srgbClr val="000000"/>
              </a:solidFill>
              <a:effectLst/>
              <a:uFillTx/>
              <a:latin typeface="Calibri"/>
            </a:endParaRPr>
          </a:p>
        </p:txBody>
      </p:sp>
      <p:sp>
        <p:nvSpPr>
          <p:cNvPr id="6"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102000"/>
              </a:lnSpc>
              <a:buNone/>
              <a:tabLst>
                <a:tab pos="0" algn="l"/>
              </a:tabLst>
              <a:defRPr lang="de-DE" sz="1800" b="0" u="none" strike="noStrike">
                <a:solidFill>
                  <a:schemeClr val="dk1"/>
                </a:solidFill>
                <a:effectLst/>
                <a:uFillTx/>
                <a:latin typeface="Calibri"/>
              </a:defRPr>
            </a:lvl1pPr>
          </a:lstStyle>
          <a:p>
            <a:pPr indent="0" algn="l" defTabSz="914400">
              <a:lnSpc>
                <a:spcPct val="102000"/>
              </a:lnSpc>
              <a:buNone/>
              <a:tabLst>
                <a:tab pos="0" algn="l"/>
              </a:tabLst>
            </a:pPr>
            <a:r>
              <a:rPr lang="de-DE" sz="1800" b="0" u="none" strike="noStrike">
                <a:solidFill>
                  <a:schemeClr val="dk1"/>
                </a:solidFill>
                <a:effectLst/>
                <a:uFillTx/>
                <a:latin typeface="Calibri"/>
              </a:rPr>
              <a:t>Pulse para editar el formato del texto de título</a:t>
            </a:r>
            <a:endParaRPr lang="de-DE" sz="1800" b="0" u="none" strike="noStrike">
              <a:solidFill>
                <a:schemeClr val="dk1"/>
              </a:solidFill>
              <a:effectLst/>
              <a:uFillTx/>
              <a:latin typeface="Calibri"/>
            </a:endParaRPr>
          </a:p>
        </p:txBody>
      </p:sp>
      <p:sp>
        <p:nvSpPr>
          <p:cNvPr id="7"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102000"/>
              </a:lnSpc>
              <a:spcBef>
                <a:spcPts val="1417"/>
              </a:spcBef>
              <a:buClr>
                <a:srgbClr val="000000"/>
              </a:buClr>
              <a:buSzPct val="45000"/>
              <a:buFont typeface="Wingdings" charset="2"/>
              <a:buChar char=""/>
              <a:defRPr lang="de-DE" sz="2800" b="0" u="none" strike="noStrike">
                <a:solidFill>
                  <a:schemeClr val="dk1"/>
                </a:solidFill>
                <a:effectLst/>
                <a:uFillTx/>
                <a:latin typeface="Calibri"/>
              </a:defRPr>
            </a:lvl1pPr>
            <a:lvl2pPr lvl="1" algn="l" defTabSz="914400">
              <a:lnSpc>
                <a:spcPct val="102000"/>
              </a:lnSpc>
              <a:spcBef>
                <a:spcPts val="1134"/>
              </a:spcBef>
              <a:buClr>
                <a:srgbClr val="000000"/>
              </a:buClr>
              <a:buSzPct val="75000"/>
              <a:buFont typeface="Symbol" charset="2"/>
              <a:buChar char=""/>
              <a:defRPr lang="de-DE" sz="2000" b="0" u="none" strike="noStrike">
                <a:solidFill>
                  <a:schemeClr val="dk1"/>
                </a:solidFill>
                <a:effectLst/>
                <a:uFillTx/>
                <a:latin typeface="Calibri"/>
              </a:defRPr>
            </a:lvl2pPr>
            <a:lvl3pPr lvl="2" algn="l" defTabSz="914400">
              <a:lnSpc>
                <a:spcPct val="102000"/>
              </a:lnSpc>
              <a:spcBef>
                <a:spcPts val="850"/>
              </a:spcBef>
              <a:buClr>
                <a:srgbClr val="000000"/>
              </a:buClr>
              <a:buSzPct val="45000"/>
              <a:buFont typeface="Wingdings" charset="2"/>
              <a:buChar char=""/>
              <a:defRPr lang="de-DE" sz="1800" b="0" u="none" strike="noStrike">
                <a:solidFill>
                  <a:schemeClr val="dk1"/>
                </a:solidFill>
                <a:effectLst/>
                <a:uFillTx/>
                <a:latin typeface="Calibri"/>
              </a:defRPr>
            </a:lvl3pPr>
            <a:lvl4pPr lvl="3" algn="l" defTabSz="914400">
              <a:lnSpc>
                <a:spcPct val="102000"/>
              </a:lnSpc>
              <a:spcBef>
                <a:spcPts val="567"/>
              </a:spcBef>
              <a:buClr>
                <a:srgbClr val="000000"/>
              </a:buClr>
              <a:buSzPct val="75000"/>
              <a:buFont typeface="Symbol" charset="2"/>
              <a:buChar char=""/>
              <a:defRPr lang="de-DE" sz="1800" b="0" u="none" strike="noStrike">
                <a:solidFill>
                  <a:schemeClr val="dk1"/>
                </a:solidFill>
                <a:effectLst/>
                <a:uFillTx/>
                <a:latin typeface="Calibri"/>
              </a:defRPr>
            </a:lvl4pPr>
            <a:lvl5pPr lvl="4"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5pPr>
            <a:lvl6pPr lvl="5"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6pPr>
            <a:lvl7pPr lvl="6"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7pPr>
          </a:lstStyle>
          <a:p>
            <a:pPr marL="228600" indent="-228600" algn="l" defTabSz="914400">
              <a:lnSpc>
                <a:spcPct val="102000"/>
              </a:lnSpc>
              <a:spcBef>
                <a:spcPts val="1417"/>
              </a:spcBef>
              <a:buClr>
                <a:srgbClr val="000000"/>
              </a:buClr>
              <a:buSzPct val="45000"/>
              <a:buFont typeface="Wingdings" charset="2"/>
              <a:buChar char=""/>
            </a:pPr>
            <a:r>
              <a:rPr lang="de-DE" sz="2800" b="0" u="none" strike="noStrike">
                <a:solidFill>
                  <a:schemeClr val="dk1"/>
                </a:solidFill>
                <a:effectLst/>
                <a:uFillTx/>
                <a:latin typeface="Calibri"/>
              </a:rPr>
              <a:t>Pulse para editar el formato de texto del esquema</a:t>
            </a:r>
            <a:endParaRPr lang="de-DE" sz="2800" b="0" u="none" strike="noStrike">
              <a:solidFill>
                <a:schemeClr val="dk1"/>
              </a:solidFill>
              <a:effectLst/>
              <a:uFillTx/>
              <a:latin typeface="Calibri"/>
            </a:endParaRPr>
          </a:p>
          <a:p>
            <a:pPr marL="864000" lvl="1" indent="-324000" algn="l" defTabSz="914400">
              <a:lnSpc>
                <a:spcPct val="102000"/>
              </a:lnSpc>
              <a:spcBef>
                <a:spcPts val="1134"/>
              </a:spcBef>
              <a:buClr>
                <a:srgbClr val="000000"/>
              </a:buClr>
              <a:buSzPct val="75000"/>
              <a:buFont typeface="Symbol" charset="2"/>
              <a:buChar char=""/>
            </a:pPr>
            <a:r>
              <a:rPr lang="de-DE" sz="2000" b="0" u="none" strike="noStrike">
                <a:solidFill>
                  <a:schemeClr val="dk1"/>
                </a:solidFill>
                <a:effectLst/>
                <a:uFillTx/>
                <a:latin typeface="Calibri"/>
              </a:rPr>
              <a:t>Segundo nivel del esquema</a:t>
            </a:r>
            <a:endParaRPr lang="de-DE" sz="2000" b="0" u="none" strike="noStrike">
              <a:solidFill>
                <a:schemeClr val="dk1"/>
              </a:solidFill>
              <a:effectLst/>
              <a:uFillTx/>
              <a:latin typeface="Calibri"/>
            </a:endParaRPr>
          </a:p>
          <a:p>
            <a:pPr marL="1296000" lvl="2" indent="-288000" algn="l" defTabSz="914400">
              <a:lnSpc>
                <a:spcPct val="102000"/>
              </a:lnSpc>
              <a:spcBef>
                <a:spcPts val="850"/>
              </a:spcBef>
              <a:buClr>
                <a:srgbClr val="000000"/>
              </a:buClr>
              <a:buSzPct val="45000"/>
              <a:buFont typeface="Wingdings" charset="2"/>
              <a:buChar char=""/>
            </a:pPr>
            <a:r>
              <a:rPr lang="de-DE" sz="1800" b="0" u="none" strike="noStrike">
                <a:solidFill>
                  <a:schemeClr val="dk1"/>
                </a:solidFill>
                <a:effectLst/>
                <a:uFillTx/>
                <a:latin typeface="Calibri"/>
              </a:rPr>
              <a:t>Tercer nivel del esquema</a:t>
            </a:r>
            <a:endParaRPr lang="de-DE" sz="1800" b="0" u="none" strike="noStrike">
              <a:solidFill>
                <a:schemeClr val="dk1"/>
              </a:solidFill>
              <a:effectLst/>
              <a:uFillTx/>
              <a:latin typeface="Calibri"/>
            </a:endParaRPr>
          </a:p>
          <a:p>
            <a:pPr marL="1728000" lvl="3" indent="-216000" algn="l" defTabSz="914400">
              <a:lnSpc>
                <a:spcPct val="102000"/>
              </a:lnSpc>
              <a:spcBef>
                <a:spcPts val="567"/>
              </a:spcBef>
              <a:buClr>
                <a:srgbClr val="000000"/>
              </a:buClr>
              <a:buSzPct val="75000"/>
              <a:buFont typeface="Symbol" charset="2"/>
              <a:buChar char=""/>
            </a:pPr>
            <a:r>
              <a:rPr lang="de-DE" sz="1800" b="0" u="none" strike="noStrike">
                <a:solidFill>
                  <a:schemeClr val="dk1"/>
                </a:solidFill>
                <a:effectLst/>
                <a:uFillTx/>
                <a:latin typeface="Calibri"/>
              </a:rPr>
              <a:t>Cuarto nivel del esquema</a:t>
            </a:r>
            <a:endParaRPr lang="de-DE" sz="1800" b="0" u="none" strike="noStrike">
              <a:solidFill>
                <a:schemeClr val="dk1"/>
              </a:solidFill>
              <a:effectLst/>
              <a:uFillTx/>
              <a:latin typeface="Calibri"/>
            </a:endParaRPr>
          </a:p>
          <a:p>
            <a:pPr marL="2160000" lvl="4"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Quinto nivel del esquema</a:t>
            </a:r>
            <a:endParaRPr lang="de-DE" sz="2000" b="0" u="none" strike="noStrike">
              <a:solidFill>
                <a:schemeClr val="dk1"/>
              </a:solidFill>
              <a:effectLst/>
              <a:uFillTx/>
              <a:latin typeface="Calibri"/>
            </a:endParaRPr>
          </a:p>
          <a:p>
            <a:pPr marL="2592000" lvl="5"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Sexto nivel del esquema</a:t>
            </a:r>
            <a:endParaRPr lang="de-DE" sz="2000" b="0" u="none" strike="noStrike">
              <a:solidFill>
                <a:schemeClr val="dk1"/>
              </a:solidFill>
              <a:effectLst/>
              <a:uFillTx/>
              <a:latin typeface="Calibri"/>
            </a:endParaRPr>
          </a:p>
          <a:p>
            <a:pPr marL="3024000" lvl="6"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Séptimo nivel del esquema</a:t>
            </a:r>
            <a:endParaRPr lang="de-DE"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4"/>
  </p:sldLayoutIdLst>
  <p:txStyles>
    <p:titleStyle>
      <a:lvl1pPr>
        <a:defRPr lang="de-DE" sz="1800" b="0" u="none" strike="noStrike">
          <a:solidFill>
            <a:schemeClr val="dk1"/>
          </a:solidFill>
          <a:uFillTx/>
          <a:latin typeface="Calibri"/>
        </a:defRPr>
      </a:lvl1pPr>
    </p:titleStyle>
    <p:bodyStyle>
      <a:lvl1pPr>
        <a:defRPr lang="de-DE" sz="2800" b="0" u="none" strike="noStrike">
          <a:solidFill>
            <a:schemeClr val="dk1"/>
          </a:solidFill>
          <a:uFillTx/>
          <a:latin typeface="Calibri"/>
        </a:defRPr>
      </a:lvl1pPr>
      <a:lvl2pPr>
        <a:defRPr lang="de-DE" sz="2000" b="0" u="none" strike="noStrike">
          <a:solidFill>
            <a:schemeClr val="dk1"/>
          </a:solidFill>
          <a:uFillTx/>
          <a:latin typeface="Calibri"/>
        </a:defRPr>
      </a:lvl2pPr>
      <a:lvl3pPr>
        <a:defRPr lang="de-DE" sz="1800" b="0" u="none" strike="noStrike">
          <a:solidFill>
            <a:schemeClr val="dk1"/>
          </a:solidFill>
          <a:uFillTx/>
          <a:latin typeface="Calibri"/>
        </a:defRPr>
      </a:lvl3pPr>
      <a:lvl4pPr>
        <a:defRPr lang="de-DE" sz="1800" b="0" u="none" strike="noStrike">
          <a:solidFill>
            <a:schemeClr val="dk1"/>
          </a:solidFill>
          <a:uFillTx/>
          <a:latin typeface="Calibri"/>
        </a:defRPr>
      </a:lvl4pPr>
      <a:lvl5pPr>
        <a:defRPr lang="de-DE" sz="2000" b="0" u="none" strike="noStrike">
          <a:solidFill>
            <a:schemeClr val="dk1"/>
          </a:solidFill>
          <a:uFillTx/>
          <a:latin typeface="Calibri"/>
        </a:defRPr>
      </a:lvl5pPr>
      <a:lvl6pPr>
        <a:defRPr lang="de-DE" sz="2000" b="0" u="none" strike="noStrike">
          <a:solidFill>
            <a:schemeClr val="dk1"/>
          </a:solidFill>
          <a:uFillTx/>
          <a:latin typeface="Calibri"/>
        </a:defRPr>
      </a:lvl6pPr>
      <a:lvl7pPr>
        <a:defRPr lang="de-DE" sz="2000" b="0" u="none" strike="noStrike">
          <a:solidFill>
            <a:schemeClr val="dk1"/>
          </a:solidFill>
          <a:uFillTx/>
          <a:latin typeface="Calibri"/>
        </a:defRPr>
      </a:lvl7pPr>
      <a:lvl8pPr>
        <a:defRPr lang="de-DE" sz="2000" b="0" u="none" strike="noStrike">
          <a:solidFill>
            <a:schemeClr val="dk1"/>
          </a:solidFill>
          <a:uFillTx/>
          <a:latin typeface="Calibri"/>
        </a:defRPr>
      </a:lvl8pPr>
      <a:lvl9pPr>
        <a:defRPr lang="de-DE" sz="2000" b="0" u="none" strike="noStrike">
          <a:solidFill>
            <a:schemeClr val="dk1"/>
          </a:solidFill>
          <a:uFillTx/>
          <a:latin typeface="Calibri"/>
        </a:defRPr>
      </a:lvl9pPr>
    </p:bodyStyle>
  </p:txStyles>
  <p:extLst>
    <p:ext uri="urn:com:collaboraoffice:names:experimental:ooxml:xmlns:coext:1.0">
      <coext:pageGuid xmlns:coext="urn:com:collaboraoffice:names:experimental:ooxml:xmlns:coext:1.0" val="{A16898BD-7E20-4005-8537-50657A229DC6}"/>
    </p:ext>
  </p:ext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 name="Graphic 2"/>
          <p:cNvPicPr/>
          <p:nvPr/>
        </p:nvPicPr>
        <p:blipFill>
          <a:blip r:embed="rId2">
            <a:extLst>
              <a:ext uri="{96DAC541-7B7A-43D3-8B79-37D633B846F1}">
                <asvg:svgBlip xmlns:asvg="http://schemas.microsoft.com/office/drawing/2016/SVG/main" r:embed="rId3"/>
              </a:ext>
            </a:extLst>
          </a:blip>
          <a:stretch/>
        </p:blipFill>
        <p:spPr>
          <a:xfrm>
            <a:off x="779040" y="6096960"/>
            <a:ext cx="697320" cy="601200"/>
          </a:xfrm>
          <a:prstGeom prst="rect">
            <a:avLst/>
          </a:prstGeom>
          <a:noFill/>
          <a:ln w="0">
            <a:noFill/>
          </a:ln>
        </p:spPr>
      </p:pic>
      <p:sp>
        <p:nvSpPr>
          <p:cNvPr id="9" name="PlaceHolder 1"/>
          <p:cNvSpPr>
            <a:spLocks noGrp="1"/>
          </p:cNvSpPr>
          <p:nvPr>
            <p:ph type="ftr" idx="4"/>
          </p:nvPr>
        </p:nvSpPr>
        <p:spPr>
          <a:xfrm>
            <a:off x="4038480" y="6356520"/>
            <a:ext cx="4113360" cy="363600"/>
          </a:xfrm>
          <a:prstGeom prst="rect">
            <a:avLst/>
          </a:prstGeom>
          <a:noFill/>
          <a:ln w="0">
            <a:noFill/>
          </a:ln>
        </p:spPr>
        <p:txBody>
          <a:bodyPr lIns="90000" tIns="45000" rIns="90000" bIns="45000" anchor="ctr">
            <a:noAutofit/>
          </a:bodyPr>
          <a:lstStyle>
            <a:lvl1pPr indent="0" algn="ctr" defTabSz="914400">
              <a:lnSpc>
                <a:spcPct val="100000"/>
              </a:lnSpc>
              <a:buNone/>
              <a:tabLst>
                <a:tab pos="0" algn="l"/>
              </a:tabLst>
              <a:defRPr lang="en-US" sz="1400" b="0" u="none" strike="noStrike">
                <a:solidFill>
                  <a:srgbClr val="000000"/>
                </a:solidFill>
                <a:effectLst/>
                <a:uFillTx/>
                <a:latin typeface="Calibri"/>
              </a:defRPr>
            </a:lvl1pPr>
          </a:lstStyle>
          <a:p>
            <a:pPr indent="0" algn="ctr" defTabSz="914400">
              <a:lnSpc>
                <a:spcPct val="100000"/>
              </a:lnSpc>
              <a:buNone/>
              <a:tabLst>
                <a:tab pos="0" algn="l"/>
              </a:tabLst>
            </a:pPr>
            <a:r>
              <a:rPr lang="en-US" sz="1400" b="0" u="none" strike="noStrike">
                <a:solidFill>
                  <a:srgbClr val="000000"/>
                </a:solidFill>
                <a:effectLst/>
                <a:uFillTx/>
                <a:latin typeface="Calibri"/>
              </a:rPr>
              <a:t> </a:t>
            </a:r>
            <a:endParaRPr lang="es" sz="1400" b="0" u="none" strike="noStrike">
              <a:solidFill>
                <a:srgbClr val="000000"/>
              </a:solidFill>
              <a:effectLst/>
              <a:uFillTx/>
              <a:latin typeface="Calibri"/>
            </a:endParaRPr>
          </a:p>
        </p:txBody>
      </p:sp>
      <p:sp>
        <p:nvSpPr>
          <p:cNvPr id="10" name="PlaceHolder 2"/>
          <p:cNvSpPr>
            <a:spLocks noGrp="1"/>
          </p:cNvSpPr>
          <p:nvPr>
            <p:ph type="sldNum" idx="5"/>
          </p:nvPr>
        </p:nvSpPr>
        <p:spPr>
          <a:xfrm>
            <a:off x="10937160" y="6356520"/>
            <a:ext cx="415080" cy="363600"/>
          </a:xfrm>
          <a:prstGeom prst="rect">
            <a:avLst/>
          </a:prstGeom>
          <a:noFill/>
          <a:ln w="0">
            <a:noFill/>
          </a:ln>
        </p:spPr>
        <p:txBody>
          <a:bodyPr lIns="90000" tIns="45000" rIns="90000" bIns="45000" anchor="ctr">
            <a:noAutofit/>
          </a:bodyPr>
          <a:lstStyle>
            <a:lvl1pPr indent="0" algn="r" defTabSz="914400">
              <a:lnSpc>
                <a:spcPct val="100000"/>
              </a:lnSpc>
              <a:buNone/>
              <a:tabLst>
                <a:tab pos="0" algn="l"/>
              </a:tabLst>
              <a:defRPr lang="el-GR" sz="1200" b="0" u="none" strike="noStrike">
                <a:solidFill>
                  <a:schemeClr val="dk1">
                    <a:tint val="82000"/>
                  </a:schemeClr>
                </a:solidFill>
                <a:effectLst/>
                <a:uFillTx/>
                <a:latin typeface="Calibri"/>
              </a:defRPr>
            </a:lvl1pPr>
          </a:lstStyle>
          <a:p>
            <a:pPr indent="0" algn="r" defTabSz="914400">
              <a:lnSpc>
                <a:spcPct val="100000"/>
              </a:lnSpc>
              <a:buNone/>
              <a:tabLst>
                <a:tab pos="0" algn="l"/>
              </a:tabLst>
            </a:pPr>
            <a:fld id="{28F7FE3B-0490-4637-A1F8-0F0139739B66}" type="slidenum">
              <a:rPr lang="el-GR" sz="1200" b="0" u="none" strike="noStrike">
                <a:solidFill>
                  <a:schemeClr val="dk1">
                    <a:tint val="82000"/>
                  </a:schemeClr>
                </a:solidFill>
                <a:effectLst/>
                <a:uFillTx/>
                <a:latin typeface="Calibri"/>
              </a:rPr>
              <a:t>1</a:t>
            </a:fld>
            <a:endParaRPr lang="es" sz="1200" b="0" u="none" strike="noStrike">
              <a:solidFill>
                <a:srgbClr val="000000"/>
              </a:solidFill>
              <a:effectLst/>
              <a:uFillTx/>
              <a:latin typeface="Calibri"/>
            </a:endParaRPr>
          </a:p>
        </p:txBody>
      </p:sp>
      <p:sp>
        <p:nvSpPr>
          <p:cNvPr id="11" name="PlaceHolder 3"/>
          <p:cNvSpPr>
            <a:spLocks noGrp="1"/>
          </p:cNvSpPr>
          <p:nvPr>
            <p:ph type="dt" idx="6"/>
          </p:nvPr>
        </p:nvSpPr>
        <p:spPr>
          <a:xfrm>
            <a:off x="2680920" y="6356520"/>
            <a:ext cx="898920" cy="363600"/>
          </a:xfrm>
          <a:prstGeom prst="rect">
            <a:avLst/>
          </a:prstGeom>
          <a:noFill/>
          <a:ln w="0">
            <a:noFill/>
          </a:ln>
        </p:spPr>
        <p:txBody>
          <a:bodyPr lIns="90000" tIns="45000" rIns="90000" bIns="45000" anchor="ctr">
            <a:noAutofit/>
          </a:bodyPr>
          <a:lstStyle>
            <a:lvl1pPr indent="0" algn="l">
              <a:buNone/>
              <a:defRPr lang="es" sz="1400" b="0" u="none" strike="noStrike">
                <a:solidFill>
                  <a:srgbClr val="000000"/>
                </a:solidFill>
                <a:effectLst/>
                <a:uFillTx/>
                <a:latin typeface="Calibri"/>
              </a:defRPr>
            </a:lvl1pPr>
          </a:lstStyle>
          <a:p>
            <a:pPr indent="0" algn="l">
              <a:buNone/>
            </a:pPr>
            <a:fld id="{09BFE1AD-9165-460A-93DD-A5ECFA08A3A4}" type="datetime">
              <a:rPr lang="es" sz="1400" b="0" u="none" strike="noStrike">
                <a:solidFill>
                  <a:srgbClr val="000000"/>
                </a:solidFill>
                <a:effectLst/>
                <a:uFillTx/>
                <a:latin typeface="Calibri"/>
              </a:rPr>
              <a:t> </a:t>
            </a:fld>
            <a:endParaRPr lang="es" sz="1400" b="0" u="none" strike="noStrike">
              <a:solidFill>
                <a:srgbClr val="000000"/>
              </a:solidFill>
              <a:effectLst/>
              <a:uFillTx/>
              <a:latin typeface="Calibri"/>
            </a:endParaRPr>
          </a:p>
        </p:txBody>
      </p:sp>
      <p:sp>
        <p:nvSpPr>
          <p:cNvPr id="12"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102000"/>
              </a:lnSpc>
              <a:buNone/>
              <a:tabLst>
                <a:tab pos="0" algn="l"/>
              </a:tabLst>
              <a:defRPr lang="de-DE" sz="1800" b="0" u="none" strike="noStrike">
                <a:solidFill>
                  <a:schemeClr val="dk1"/>
                </a:solidFill>
                <a:effectLst/>
                <a:uFillTx/>
                <a:latin typeface="Calibri"/>
              </a:defRPr>
            </a:lvl1pPr>
          </a:lstStyle>
          <a:p>
            <a:pPr indent="0" algn="l" defTabSz="914400">
              <a:lnSpc>
                <a:spcPct val="102000"/>
              </a:lnSpc>
              <a:buNone/>
              <a:tabLst>
                <a:tab pos="0" algn="l"/>
              </a:tabLst>
            </a:pPr>
            <a:r>
              <a:rPr lang="de-DE" sz="1800" b="0" u="none" strike="noStrike">
                <a:solidFill>
                  <a:schemeClr val="dk1"/>
                </a:solidFill>
                <a:effectLst/>
                <a:uFillTx/>
                <a:latin typeface="Calibri"/>
              </a:rPr>
              <a:t>Pulse para editar el formato del texto de título</a:t>
            </a:r>
            <a:endParaRPr lang="de-DE" sz="1800" b="0" u="none" strike="noStrike">
              <a:solidFill>
                <a:schemeClr val="dk1"/>
              </a:solidFill>
              <a:effectLst/>
              <a:uFillTx/>
              <a:latin typeface="Calibri"/>
            </a:endParaRPr>
          </a:p>
        </p:txBody>
      </p:sp>
      <p:sp>
        <p:nvSpPr>
          <p:cNvPr id="13"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102000"/>
              </a:lnSpc>
              <a:spcBef>
                <a:spcPts val="1417"/>
              </a:spcBef>
              <a:buClr>
                <a:srgbClr val="000000"/>
              </a:buClr>
              <a:buSzPct val="45000"/>
              <a:buFont typeface="Wingdings" charset="2"/>
              <a:buChar char=""/>
              <a:defRPr lang="de-DE" sz="2800" b="0" u="none" strike="noStrike">
                <a:solidFill>
                  <a:schemeClr val="dk1"/>
                </a:solidFill>
                <a:effectLst/>
                <a:uFillTx/>
                <a:latin typeface="Calibri"/>
              </a:defRPr>
            </a:lvl1pPr>
            <a:lvl2pPr lvl="1" algn="l" defTabSz="914400">
              <a:lnSpc>
                <a:spcPct val="102000"/>
              </a:lnSpc>
              <a:spcBef>
                <a:spcPts val="1134"/>
              </a:spcBef>
              <a:buClr>
                <a:srgbClr val="000000"/>
              </a:buClr>
              <a:buSzPct val="75000"/>
              <a:buFont typeface="Symbol" charset="2"/>
              <a:buChar char=""/>
              <a:defRPr lang="de-DE" sz="2000" b="0" u="none" strike="noStrike">
                <a:solidFill>
                  <a:schemeClr val="dk1"/>
                </a:solidFill>
                <a:effectLst/>
                <a:uFillTx/>
                <a:latin typeface="Calibri"/>
              </a:defRPr>
            </a:lvl2pPr>
            <a:lvl3pPr lvl="2" algn="l" defTabSz="914400">
              <a:lnSpc>
                <a:spcPct val="102000"/>
              </a:lnSpc>
              <a:spcBef>
                <a:spcPts val="850"/>
              </a:spcBef>
              <a:buClr>
                <a:srgbClr val="000000"/>
              </a:buClr>
              <a:buSzPct val="45000"/>
              <a:buFont typeface="Wingdings" charset="2"/>
              <a:buChar char=""/>
              <a:defRPr lang="de-DE" sz="1800" b="0" u="none" strike="noStrike">
                <a:solidFill>
                  <a:schemeClr val="dk1"/>
                </a:solidFill>
                <a:effectLst/>
                <a:uFillTx/>
                <a:latin typeface="Calibri"/>
              </a:defRPr>
            </a:lvl3pPr>
            <a:lvl4pPr lvl="3" algn="l" defTabSz="914400">
              <a:lnSpc>
                <a:spcPct val="102000"/>
              </a:lnSpc>
              <a:spcBef>
                <a:spcPts val="567"/>
              </a:spcBef>
              <a:buClr>
                <a:srgbClr val="000000"/>
              </a:buClr>
              <a:buSzPct val="75000"/>
              <a:buFont typeface="Symbol" charset="2"/>
              <a:buChar char=""/>
              <a:defRPr lang="de-DE" sz="1800" b="0" u="none" strike="noStrike">
                <a:solidFill>
                  <a:schemeClr val="dk1"/>
                </a:solidFill>
                <a:effectLst/>
                <a:uFillTx/>
                <a:latin typeface="Calibri"/>
              </a:defRPr>
            </a:lvl4pPr>
            <a:lvl5pPr lvl="4"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5pPr>
            <a:lvl6pPr lvl="5"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6pPr>
            <a:lvl7pPr lvl="6"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7pPr>
          </a:lstStyle>
          <a:p>
            <a:pPr marL="228600" indent="-228600" algn="l" defTabSz="914400">
              <a:lnSpc>
                <a:spcPct val="102000"/>
              </a:lnSpc>
              <a:spcBef>
                <a:spcPts val="1417"/>
              </a:spcBef>
              <a:buClr>
                <a:srgbClr val="000000"/>
              </a:buClr>
              <a:buSzPct val="45000"/>
              <a:buFont typeface="Wingdings" charset="2"/>
              <a:buChar char=""/>
            </a:pPr>
            <a:r>
              <a:rPr lang="de-DE" sz="2800" b="0" u="none" strike="noStrike">
                <a:solidFill>
                  <a:schemeClr val="dk1"/>
                </a:solidFill>
                <a:effectLst/>
                <a:uFillTx/>
                <a:latin typeface="Calibri"/>
              </a:rPr>
              <a:t>Pulse para editar el formato de texto del esquema</a:t>
            </a:r>
            <a:endParaRPr lang="de-DE" sz="2800" b="0" u="none" strike="noStrike">
              <a:solidFill>
                <a:schemeClr val="dk1"/>
              </a:solidFill>
              <a:effectLst/>
              <a:uFillTx/>
              <a:latin typeface="Calibri"/>
            </a:endParaRPr>
          </a:p>
          <a:p>
            <a:pPr marL="864000" lvl="1" indent="-324000" algn="l" defTabSz="914400">
              <a:lnSpc>
                <a:spcPct val="102000"/>
              </a:lnSpc>
              <a:spcBef>
                <a:spcPts val="1134"/>
              </a:spcBef>
              <a:buClr>
                <a:srgbClr val="000000"/>
              </a:buClr>
              <a:buSzPct val="75000"/>
              <a:buFont typeface="Symbol" charset="2"/>
              <a:buChar char=""/>
            </a:pPr>
            <a:r>
              <a:rPr lang="de-DE" sz="2000" b="0" u="none" strike="noStrike">
                <a:solidFill>
                  <a:schemeClr val="dk1"/>
                </a:solidFill>
                <a:effectLst/>
                <a:uFillTx/>
                <a:latin typeface="Calibri"/>
              </a:rPr>
              <a:t>Segundo nivel del esquema</a:t>
            </a:r>
            <a:endParaRPr lang="de-DE" sz="2000" b="0" u="none" strike="noStrike">
              <a:solidFill>
                <a:schemeClr val="dk1"/>
              </a:solidFill>
              <a:effectLst/>
              <a:uFillTx/>
              <a:latin typeface="Calibri"/>
            </a:endParaRPr>
          </a:p>
          <a:p>
            <a:pPr marL="1296000" lvl="2" indent="-288000" algn="l" defTabSz="914400">
              <a:lnSpc>
                <a:spcPct val="102000"/>
              </a:lnSpc>
              <a:spcBef>
                <a:spcPts val="850"/>
              </a:spcBef>
              <a:buClr>
                <a:srgbClr val="000000"/>
              </a:buClr>
              <a:buSzPct val="45000"/>
              <a:buFont typeface="Wingdings" charset="2"/>
              <a:buChar char=""/>
            </a:pPr>
            <a:r>
              <a:rPr lang="de-DE" sz="1800" b="0" u="none" strike="noStrike">
                <a:solidFill>
                  <a:schemeClr val="dk1"/>
                </a:solidFill>
                <a:effectLst/>
                <a:uFillTx/>
                <a:latin typeface="Calibri"/>
              </a:rPr>
              <a:t>Tercer nivel del esquema</a:t>
            </a:r>
            <a:endParaRPr lang="de-DE" sz="1800" b="0" u="none" strike="noStrike">
              <a:solidFill>
                <a:schemeClr val="dk1"/>
              </a:solidFill>
              <a:effectLst/>
              <a:uFillTx/>
              <a:latin typeface="Calibri"/>
            </a:endParaRPr>
          </a:p>
          <a:p>
            <a:pPr marL="1728000" lvl="3" indent="-216000" algn="l" defTabSz="914400">
              <a:lnSpc>
                <a:spcPct val="102000"/>
              </a:lnSpc>
              <a:spcBef>
                <a:spcPts val="567"/>
              </a:spcBef>
              <a:buClr>
                <a:srgbClr val="000000"/>
              </a:buClr>
              <a:buSzPct val="75000"/>
              <a:buFont typeface="Symbol" charset="2"/>
              <a:buChar char=""/>
            </a:pPr>
            <a:r>
              <a:rPr lang="de-DE" sz="1800" b="0" u="none" strike="noStrike">
                <a:solidFill>
                  <a:schemeClr val="dk1"/>
                </a:solidFill>
                <a:effectLst/>
                <a:uFillTx/>
                <a:latin typeface="Calibri"/>
              </a:rPr>
              <a:t>Cuarto nivel del esquema</a:t>
            </a:r>
            <a:endParaRPr lang="de-DE" sz="1800" b="0" u="none" strike="noStrike">
              <a:solidFill>
                <a:schemeClr val="dk1"/>
              </a:solidFill>
              <a:effectLst/>
              <a:uFillTx/>
              <a:latin typeface="Calibri"/>
            </a:endParaRPr>
          </a:p>
          <a:p>
            <a:pPr marL="2160000" lvl="4"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Quinto nivel del esquema</a:t>
            </a:r>
            <a:endParaRPr lang="de-DE" sz="2000" b="0" u="none" strike="noStrike">
              <a:solidFill>
                <a:schemeClr val="dk1"/>
              </a:solidFill>
              <a:effectLst/>
              <a:uFillTx/>
              <a:latin typeface="Calibri"/>
            </a:endParaRPr>
          </a:p>
          <a:p>
            <a:pPr marL="2592000" lvl="5"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Sexto nivel del esquema</a:t>
            </a:r>
            <a:endParaRPr lang="de-DE" sz="2000" b="0" u="none" strike="noStrike">
              <a:solidFill>
                <a:schemeClr val="dk1"/>
              </a:solidFill>
              <a:effectLst/>
              <a:uFillTx/>
              <a:latin typeface="Calibri"/>
            </a:endParaRPr>
          </a:p>
          <a:p>
            <a:pPr marL="3024000" lvl="6"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Séptimo nivel del esquema</a:t>
            </a:r>
            <a:endParaRPr lang="de-DE"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51" r:id="rId4"/>
  </p:sldLayoutIdLst>
  <p:txStyles>
    <p:titleStyle>
      <a:lvl1pPr>
        <a:defRPr lang="de-DE" sz="1800" b="0" u="none" strike="noStrike">
          <a:solidFill>
            <a:schemeClr val="dk1"/>
          </a:solidFill>
          <a:uFillTx/>
          <a:latin typeface="Calibri"/>
        </a:defRPr>
      </a:lvl1pPr>
    </p:titleStyle>
    <p:bodyStyle>
      <a:lvl1pPr>
        <a:defRPr lang="de-DE" sz="2800" b="0" u="none" strike="noStrike">
          <a:solidFill>
            <a:schemeClr val="dk1"/>
          </a:solidFill>
          <a:uFillTx/>
          <a:latin typeface="Calibri"/>
        </a:defRPr>
      </a:lvl1pPr>
      <a:lvl2pPr>
        <a:defRPr lang="de-DE" sz="2000" b="0" u="none" strike="noStrike">
          <a:solidFill>
            <a:schemeClr val="dk1"/>
          </a:solidFill>
          <a:uFillTx/>
          <a:latin typeface="Calibri"/>
        </a:defRPr>
      </a:lvl2pPr>
      <a:lvl3pPr>
        <a:defRPr lang="de-DE" sz="1800" b="0" u="none" strike="noStrike">
          <a:solidFill>
            <a:schemeClr val="dk1"/>
          </a:solidFill>
          <a:uFillTx/>
          <a:latin typeface="Calibri"/>
        </a:defRPr>
      </a:lvl3pPr>
      <a:lvl4pPr>
        <a:defRPr lang="de-DE" sz="1800" b="0" u="none" strike="noStrike">
          <a:solidFill>
            <a:schemeClr val="dk1"/>
          </a:solidFill>
          <a:uFillTx/>
          <a:latin typeface="Calibri"/>
        </a:defRPr>
      </a:lvl4pPr>
      <a:lvl5pPr>
        <a:defRPr lang="de-DE" sz="2000" b="0" u="none" strike="noStrike">
          <a:solidFill>
            <a:schemeClr val="dk1"/>
          </a:solidFill>
          <a:uFillTx/>
          <a:latin typeface="Calibri"/>
        </a:defRPr>
      </a:lvl5pPr>
      <a:lvl6pPr>
        <a:defRPr lang="de-DE" sz="2000" b="0" u="none" strike="noStrike">
          <a:solidFill>
            <a:schemeClr val="dk1"/>
          </a:solidFill>
          <a:uFillTx/>
          <a:latin typeface="Calibri"/>
        </a:defRPr>
      </a:lvl6pPr>
      <a:lvl7pPr>
        <a:defRPr lang="de-DE" sz="2000" b="0" u="none" strike="noStrike">
          <a:solidFill>
            <a:schemeClr val="dk1"/>
          </a:solidFill>
          <a:uFillTx/>
          <a:latin typeface="Calibri"/>
        </a:defRPr>
      </a:lvl7pPr>
      <a:lvl8pPr>
        <a:defRPr lang="de-DE" sz="2000" b="0" u="none" strike="noStrike">
          <a:solidFill>
            <a:schemeClr val="dk1"/>
          </a:solidFill>
          <a:uFillTx/>
          <a:latin typeface="Calibri"/>
        </a:defRPr>
      </a:lvl8pPr>
      <a:lvl9pPr>
        <a:defRPr lang="de-DE" sz="2000" b="0" u="none" strike="noStrike">
          <a:solidFill>
            <a:schemeClr val="dk1"/>
          </a:solidFill>
          <a:uFillTx/>
          <a:latin typeface="Calibri"/>
        </a:defRPr>
      </a:lvl9pPr>
    </p:bodyStyle>
  </p:txStyles>
  <p:extLst>
    <p:ext uri="urn:com:collaboraoffice:names:experimental:ooxml:xmlns:coext:1.0">
      <coext:pageGuid xmlns:coext="urn:com:collaboraoffice:names:experimental:ooxml:xmlns:coext:1.0" val="{A05FE6CD-109E-481F-81FB-CDB9514696ED}"/>
    </p:ext>
  </p:ext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4" name="Graphic 2"/>
          <p:cNvPicPr/>
          <p:nvPr/>
        </p:nvPicPr>
        <p:blipFill>
          <a:blip r:embed="rId2">
            <a:extLst>
              <a:ext uri="{96DAC541-7B7A-43D3-8B79-37D633B846F1}">
                <asvg:svgBlip xmlns:asvg="http://schemas.microsoft.com/office/drawing/2016/SVG/main" r:embed="rId3"/>
              </a:ext>
            </a:extLst>
          </a:blip>
          <a:stretch/>
        </p:blipFill>
        <p:spPr>
          <a:xfrm>
            <a:off x="779040" y="6096960"/>
            <a:ext cx="697320" cy="601200"/>
          </a:xfrm>
          <a:prstGeom prst="rect">
            <a:avLst/>
          </a:prstGeom>
          <a:noFill/>
          <a:ln w="0">
            <a:noFill/>
          </a:ln>
        </p:spPr>
      </p:pic>
      <p:sp>
        <p:nvSpPr>
          <p:cNvPr id="15" name="PlaceHolder 1"/>
          <p:cNvSpPr>
            <a:spLocks noGrp="1"/>
          </p:cNvSpPr>
          <p:nvPr>
            <p:ph type="ftr" idx="7"/>
          </p:nvPr>
        </p:nvSpPr>
        <p:spPr>
          <a:xfrm>
            <a:off x="4038480" y="6356520"/>
            <a:ext cx="4113360" cy="363600"/>
          </a:xfrm>
          <a:prstGeom prst="rect">
            <a:avLst/>
          </a:prstGeom>
          <a:noFill/>
          <a:ln w="0">
            <a:noFill/>
          </a:ln>
        </p:spPr>
        <p:txBody>
          <a:bodyPr lIns="90000" tIns="45000" rIns="90000" bIns="45000" anchor="ctr">
            <a:noAutofit/>
          </a:bodyPr>
          <a:lstStyle>
            <a:lvl1pPr indent="0" algn="ctr" defTabSz="914400">
              <a:lnSpc>
                <a:spcPct val="100000"/>
              </a:lnSpc>
              <a:buNone/>
              <a:tabLst>
                <a:tab pos="0" algn="l"/>
              </a:tabLst>
              <a:defRPr lang="en-US" sz="1400" b="0" u="none" strike="noStrike">
                <a:solidFill>
                  <a:srgbClr val="000000"/>
                </a:solidFill>
                <a:effectLst/>
                <a:uFillTx/>
                <a:latin typeface="Calibri"/>
              </a:defRPr>
            </a:lvl1pPr>
          </a:lstStyle>
          <a:p>
            <a:pPr indent="0" algn="ctr" defTabSz="914400">
              <a:lnSpc>
                <a:spcPct val="100000"/>
              </a:lnSpc>
              <a:buNone/>
              <a:tabLst>
                <a:tab pos="0" algn="l"/>
              </a:tabLst>
            </a:pPr>
            <a:r>
              <a:rPr lang="en-US" sz="1400" b="0" u="none" strike="noStrike">
                <a:solidFill>
                  <a:srgbClr val="000000"/>
                </a:solidFill>
                <a:effectLst/>
                <a:uFillTx/>
                <a:latin typeface="Calibri"/>
              </a:rPr>
              <a:t> </a:t>
            </a:r>
            <a:endParaRPr lang="es" sz="1400" b="0" u="none" strike="noStrike">
              <a:solidFill>
                <a:srgbClr val="000000"/>
              </a:solidFill>
              <a:effectLst/>
              <a:uFillTx/>
              <a:latin typeface="Calibri"/>
            </a:endParaRPr>
          </a:p>
        </p:txBody>
      </p:sp>
      <p:sp>
        <p:nvSpPr>
          <p:cNvPr id="16" name="PlaceHolder 2"/>
          <p:cNvSpPr>
            <a:spLocks noGrp="1"/>
          </p:cNvSpPr>
          <p:nvPr>
            <p:ph type="sldNum" idx="8"/>
          </p:nvPr>
        </p:nvSpPr>
        <p:spPr>
          <a:xfrm>
            <a:off x="10937160" y="6356520"/>
            <a:ext cx="415080" cy="363600"/>
          </a:xfrm>
          <a:prstGeom prst="rect">
            <a:avLst/>
          </a:prstGeom>
          <a:noFill/>
          <a:ln w="0">
            <a:noFill/>
          </a:ln>
        </p:spPr>
        <p:txBody>
          <a:bodyPr lIns="90000" tIns="45000" rIns="90000" bIns="45000" anchor="ctr">
            <a:noAutofit/>
          </a:bodyPr>
          <a:lstStyle>
            <a:lvl1pPr indent="0" algn="r" defTabSz="914400">
              <a:lnSpc>
                <a:spcPct val="100000"/>
              </a:lnSpc>
              <a:buNone/>
              <a:tabLst>
                <a:tab pos="0" algn="l"/>
              </a:tabLst>
              <a:defRPr lang="el-GR" sz="1200" b="0" u="none" strike="noStrike">
                <a:solidFill>
                  <a:schemeClr val="dk1">
                    <a:tint val="82000"/>
                  </a:schemeClr>
                </a:solidFill>
                <a:effectLst/>
                <a:uFillTx/>
                <a:latin typeface="Calibri"/>
              </a:defRPr>
            </a:lvl1pPr>
          </a:lstStyle>
          <a:p>
            <a:pPr indent="0" algn="r" defTabSz="914400">
              <a:lnSpc>
                <a:spcPct val="100000"/>
              </a:lnSpc>
              <a:buNone/>
              <a:tabLst>
                <a:tab pos="0" algn="l"/>
              </a:tabLst>
            </a:pPr>
            <a:fld id="{FB2CE001-9977-41C2-A8A8-19DB6D26CDB6}" type="slidenum">
              <a:rPr lang="el-GR" sz="1200" b="0" u="none" strike="noStrike">
                <a:solidFill>
                  <a:schemeClr val="dk1">
                    <a:tint val="82000"/>
                  </a:schemeClr>
                </a:solidFill>
                <a:effectLst/>
                <a:uFillTx/>
                <a:latin typeface="Calibri"/>
              </a:rPr>
              <a:t>1</a:t>
            </a:fld>
            <a:endParaRPr lang="es" sz="1200" b="0" u="none" strike="noStrike">
              <a:solidFill>
                <a:srgbClr val="000000"/>
              </a:solidFill>
              <a:effectLst/>
              <a:uFillTx/>
              <a:latin typeface="Calibri"/>
            </a:endParaRPr>
          </a:p>
        </p:txBody>
      </p:sp>
      <p:sp>
        <p:nvSpPr>
          <p:cNvPr id="17" name="PlaceHolder 3"/>
          <p:cNvSpPr>
            <a:spLocks noGrp="1"/>
          </p:cNvSpPr>
          <p:nvPr>
            <p:ph type="dt" idx="9"/>
          </p:nvPr>
        </p:nvSpPr>
        <p:spPr>
          <a:xfrm>
            <a:off x="2680920" y="6356520"/>
            <a:ext cx="898920" cy="363600"/>
          </a:xfrm>
          <a:prstGeom prst="rect">
            <a:avLst/>
          </a:prstGeom>
          <a:noFill/>
          <a:ln w="0">
            <a:noFill/>
          </a:ln>
        </p:spPr>
        <p:txBody>
          <a:bodyPr lIns="90000" tIns="45000" rIns="90000" bIns="45000" anchor="ctr">
            <a:noAutofit/>
          </a:bodyPr>
          <a:lstStyle>
            <a:lvl1pPr indent="0" algn="l">
              <a:buNone/>
              <a:defRPr lang="es" sz="1400" b="0" u="none" strike="noStrike">
                <a:solidFill>
                  <a:srgbClr val="000000"/>
                </a:solidFill>
                <a:effectLst/>
                <a:uFillTx/>
                <a:latin typeface="Calibri"/>
              </a:defRPr>
            </a:lvl1pPr>
          </a:lstStyle>
          <a:p>
            <a:pPr indent="0" algn="l">
              <a:buNone/>
            </a:pPr>
            <a:fld id="{B5EE038F-F036-4729-BB10-FAD2E1A52E2A}" type="datetime">
              <a:rPr lang="es" sz="1400" b="0" u="none" strike="noStrike">
                <a:solidFill>
                  <a:srgbClr val="000000"/>
                </a:solidFill>
                <a:effectLst/>
                <a:uFillTx/>
                <a:latin typeface="Calibri"/>
              </a:rPr>
              <a:t> </a:t>
            </a:fld>
            <a:endParaRPr lang="es" sz="1400" b="0" u="none" strike="noStrike">
              <a:solidFill>
                <a:srgbClr val="000000"/>
              </a:solidFill>
              <a:effectLst/>
              <a:uFillTx/>
              <a:latin typeface="Calibri"/>
            </a:endParaRPr>
          </a:p>
        </p:txBody>
      </p:sp>
      <p:sp>
        <p:nvSpPr>
          <p:cNvPr id="18"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102000"/>
              </a:lnSpc>
              <a:buNone/>
              <a:tabLst>
                <a:tab pos="0" algn="l"/>
              </a:tabLst>
              <a:defRPr lang="de-DE" sz="1800" b="0" u="none" strike="noStrike">
                <a:solidFill>
                  <a:schemeClr val="dk1"/>
                </a:solidFill>
                <a:effectLst/>
                <a:uFillTx/>
                <a:latin typeface="Calibri"/>
              </a:defRPr>
            </a:lvl1pPr>
          </a:lstStyle>
          <a:p>
            <a:pPr indent="0" algn="l" defTabSz="914400">
              <a:lnSpc>
                <a:spcPct val="102000"/>
              </a:lnSpc>
              <a:buNone/>
              <a:tabLst>
                <a:tab pos="0" algn="l"/>
              </a:tabLst>
            </a:pPr>
            <a:r>
              <a:rPr lang="de-DE" sz="1800" b="0" u="none" strike="noStrike">
                <a:solidFill>
                  <a:schemeClr val="dk1"/>
                </a:solidFill>
                <a:effectLst/>
                <a:uFillTx/>
                <a:latin typeface="Calibri"/>
              </a:rPr>
              <a:t>Pulse para editar el formato del texto de título</a:t>
            </a:r>
            <a:endParaRPr lang="de-DE" sz="1800" b="0" u="none" strike="noStrike">
              <a:solidFill>
                <a:schemeClr val="dk1"/>
              </a:solidFill>
              <a:effectLst/>
              <a:uFillTx/>
              <a:latin typeface="Calibri"/>
            </a:endParaRPr>
          </a:p>
        </p:txBody>
      </p:sp>
      <p:sp>
        <p:nvSpPr>
          <p:cNvPr id="19"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102000"/>
              </a:lnSpc>
              <a:spcBef>
                <a:spcPts val="1417"/>
              </a:spcBef>
              <a:buClr>
                <a:srgbClr val="000000"/>
              </a:buClr>
              <a:buSzPct val="45000"/>
              <a:buFont typeface="Wingdings" charset="2"/>
              <a:buChar char=""/>
              <a:defRPr lang="de-DE" sz="2800" b="0" u="none" strike="noStrike">
                <a:solidFill>
                  <a:schemeClr val="dk1"/>
                </a:solidFill>
                <a:effectLst/>
                <a:uFillTx/>
                <a:latin typeface="Calibri"/>
              </a:defRPr>
            </a:lvl1pPr>
            <a:lvl2pPr lvl="1" algn="l" defTabSz="914400">
              <a:lnSpc>
                <a:spcPct val="102000"/>
              </a:lnSpc>
              <a:spcBef>
                <a:spcPts val="1134"/>
              </a:spcBef>
              <a:buClr>
                <a:srgbClr val="000000"/>
              </a:buClr>
              <a:buSzPct val="75000"/>
              <a:buFont typeface="Symbol" charset="2"/>
              <a:buChar char=""/>
              <a:defRPr lang="de-DE" sz="2000" b="0" u="none" strike="noStrike">
                <a:solidFill>
                  <a:schemeClr val="dk1"/>
                </a:solidFill>
                <a:effectLst/>
                <a:uFillTx/>
                <a:latin typeface="Calibri"/>
              </a:defRPr>
            </a:lvl2pPr>
            <a:lvl3pPr lvl="2" algn="l" defTabSz="914400">
              <a:lnSpc>
                <a:spcPct val="102000"/>
              </a:lnSpc>
              <a:spcBef>
                <a:spcPts val="850"/>
              </a:spcBef>
              <a:buClr>
                <a:srgbClr val="000000"/>
              </a:buClr>
              <a:buSzPct val="45000"/>
              <a:buFont typeface="Wingdings" charset="2"/>
              <a:buChar char=""/>
              <a:defRPr lang="de-DE" sz="1800" b="0" u="none" strike="noStrike">
                <a:solidFill>
                  <a:schemeClr val="dk1"/>
                </a:solidFill>
                <a:effectLst/>
                <a:uFillTx/>
                <a:latin typeface="Calibri"/>
              </a:defRPr>
            </a:lvl3pPr>
            <a:lvl4pPr lvl="3" algn="l" defTabSz="914400">
              <a:lnSpc>
                <a:spcPct val="102000"/>
              </a:lnSpc>
              <a:spcBef>
                <a:spcPts val="567"/>
              </a:spcBef>
              <a:buClr>
                <a:srgbClr val="000000"/>
              </a:buClr>
              <a:buSzPct val="75000"/>
              <a:buFont typeface="Symbol" charset="2"/>
              <a:buChar char=""/>
              <a:defRPr lang="de-DE" sz="1800" b="0" u="none" strike="noStrike">
                <a:solidFill>
                  <a:schemeClr val="dk1"/>
                </a:solidFill>
                <a:effectLst/>
                <a:uFillTx/>
                <a:latin typeface="Calibri"/>
              </a:defRPr>
            </a:lvl4pPr>
            <a:lvl5pPr lvl="4"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5pPr>
            <a:lvl6pPr lvl="5"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6pPr>
            <a:lvl7pPr lvl="6"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7pPr>
          </a:lstStyle>
          <a:p>
            <a:pPr marL="228600" indent="-228600" algn="l" defTabSz="914400">
              <a:lnSpc>
                <a:spcPct val="102000"/>
              </a:lnSpc>
              <a:spcBef>
                <a:spcPts val="1417"/>
              </a:spcBef>
              <a:buClr>
                <a:srgbClr val="000000"/>
              </a:buClr>
              <a:buSzPct val="45000"/>
              <a:buFont typeface="Wingdings" charset="2"/>
              <a:buChar char=""/>
            </a:pPr>
            <a:r>
              <a:rPr lang="de-DE" sz="2800" b="0" u="none" strike="noStrike">
                <a:solidFill>
                  <a:schemeClr val="dk1"/>
                </a:solidFill>
                <a:effectLst/>
                <a:uFillTx/>
                <a:latin typeface="Calibri"/>
              </a:rPr>
              <a:t>Pulse para editar el formato de texto del esquema</a:t>
            </a:r>
            <a:endParaRPr lang="de-DE" sz="2800" b="0" u="none" strike="noStrike">
              <a:solidFill>
                <a:schemeClr val="dk1"/>
              </a:solidFill>
              <a:effectLst/>
              <a:uFillTx/>
              <a:latin typeface="Calibri"/>
            </a:endParaRPr>
          </a:p>
          <a:p>
            <a:pPr marL="864000" lvl="1" indent="-324000" algn="l" defTabSz="914400">
              <a:lnSpc>
                <a:spcPct val="102000"/>
              </a:lnSpc>
              <a:spcBef>
                <a:spcPts val="1134"/>
              </a:spcBef>
              <a:buClr>
                <a:srgbClr val="000000"/>
              </a:buClr>
              <a:buSzPct val="75000"/>
              <a:buFont typeface="Symbol" charset="2"/>
              <a:buChar char=""/>
            </a:pPr>
            <a:r>
              <a:rPr lang="de-DE" sz="2000" b="0" u="none" strike="noStrike">
                <a:solidFill>
                  <a:schemeClr val="dk1"/>
                </a:solidFill>
                <a:effectLst/>
                <a:uFillTx/>
                <a:latin typeface="Calibri"/>
              </a:rPr>
              <a:t>Segundo nivel del esquema</a:t>
            </a:r>
            <a:endParaRPr lang="de-DE" sz="2000" b="0" u="none" strike="noStrike">
              <a:solidFill>
                <a:schemeClr val="dk1"/>
              </a:solidFill>
              <a:effectLst/>
              <a:uFillTx/>
              <a:latin typeface="Calibri"/>
            </a:endParaRPr>
          </a:p>
          <a:p>
            <a:pPr marL="1296000" lvl="2" indent="-288000" algn="l" defTabSz="914400">
              <a:lnSpc>
                <a:spcPct val="102000"/>
              </a:lnSpc>
              <a:spcBef>
                <a:spcPts val="850"/>
              </a:spcBef>
              <a:buClr>
                <a:srgbClr val="000000"/>
              </a:buClr>
              <a:buSzPct val="45000"/>
              <a:buFont typeface="Wingdings" charset="2"/>
              <a:buChar char=""/>
            </a:pPr>
            <a:r>
              <a:rPr lang="de-DE" sz="1800" b="0" u="none" strike="noStrike">
                <a:solidFill>
                  <a:schemeClr val="dk1"/>
                </a:solidFill>
                <a:effectLst/>
                <a:uFillTx/>
                <a:latin typeface="Calibri"/>
              </a:rPr>
              <a:t>Tercer nivel del esquema</a:t>
            </a:r>
            <a:endParaRPr lang="de-DE" sz="1800" b="0" u="none" strike="noStrike">
              <a:solidFill>
                <a:schemeClr val="dk1"/>
              </a:solidFill>
              <a:effectLst/>
              <a:uFillTx/>
              <a:latin typeface="Calibri"/>
            </a:endParaRPr>
          </a:p>
          <a:p>
            <a:pPr marL="1728000" lvl="3" indent="-216000" algn="l" defTabSz="914400">
              <a:lnSpc>
                <a:spcPct val="102000"/>
              </a:lnSpc>
              <a:spcBef>
                <a:spcPts val="567"/>
              </a:spcBef>
              <a:buClr>
                <a:srgbClr val="000000"/>
              </a:buClr>
              <a:buSzPct val="75000"/>
              <a:buFont typeface="Symbol" charset="2"/>
              <a:buChar char=""/>
            </a:pPr>
            <a:r>
              <a:rPr lang="de-DE" sz="1800" b="0" u="none" strike="noStrike">
                <a:solidFill>
                  <a:schemeClr val="dk1"/>
                </a:solidFill>
                <a:effectLst/>
                <a:uFillTx/>
                <a:latin typeface="Calibri"/>
              </a:rPr>
              <a:t>Cuarto nivel del esquema</a:t>
            </a:r>
            <a:endParaRPr lang="de-DE" sz="1800" b="0" u="none" strike="noStrike">
              <a:solidFill>
                <a:schemeClr val="dk1"/>
              </a:solidFill>
              <a:effectLst/>
              <a:uFillTx/>
              <a:latin typeface="Calibri"/>
            </a:endParaRPr>
          </a:p>
          <a:p>
            <a:pPr marL="2160000" lvl="4"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Quinto nivel del esquema</a:t>
            </a:r>
            <a:endParaRPr lang="de-DE" sz="2000" b="0" u="none" strike="noStrike">
              <a:solidFill>
                <a:schemeClr val="dk1"/>
              </a:solidFill>
              <a:effectLst/>
              <a:uFillTx/>
              <a:latin typeface="Calibri"/>
            </a:endParaRPr>
          </a:p>
          <a:p>
            <a:pPr marL="2592000" lvl="5"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Sexto nivel del esquema</a:t>
            </a:r>
            <a:endParaRPr lang="de-DE" sz="2000" b="0" u="none" strike="noStrike">
              <a:solidFill>
                <a:schemeClr val="dk1"/>
              </a:solidFill>
              <a:effectLst/>
              <a:uFillTx/>
              <a:latin typeface="Calibri"/>
            </a:endParaRPr>
          </a:p>
          <a:p>
            <a:pPr marL="3024000" lvl="6"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Séptimo nivel del esquema</a:t>
            </a:r>
            <a:endParaRPr lang="de-DE"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53" r:id="rId4"/>
  </p:sldLayoutIdLst>
  <p:txStyles>
    <p:titleStyle>
      <a:lvl1pPr>
        <a:defRPr lang="de-DE" sz="1800" b="0" u="none" strike="noStrike">
          <a:solidFill>
            <a:schemeClr val="dk1"/>
          </a:solidFill>
          <a:uFillTx/>
          <a:latin typeface="Calibri"/>
        </a:defRPr>
      </a:lvl1pPr>
    </p:titleStyle>
    <p:bodyStyle>
      <a:lvl1pPr>
        <a:defRPr lang="de-DE" sz="2800" b="0" u="none" strike="noStrike">
          <a:solidFill>
            <a:schemeClr val="dk1"/>
          </a:solidFill>
          <a:uFillTx/>
          <a:latin typeface="Calibri"/>
        </a:defRPr>
      </a:lvl1pPr>
      <a:lvl2pPr>
        <a:defRPr lang="de-DE" sz="2000" b="0" u="none" strike="noStrike">
          <a:solidFill>
            <a:schemeClr val="dk1"/>
          </a:solidFill>
          <a:uFillTx/>
          <a:latin typeface="Calibri"/>
        </a:defRPr>
      </a:lvl2pPr>
      <a:lvl3pPr>
        <a:defRPr lang="de-DE" sz="1800" b="0" u="none" strike="noStrike">
          <a:solidFill>
            <a:schemeClr val="dk1"/>
          </a:solidFill>
          <a:uFillTx/>
          <a:latin typeface="Calibri"/>
        </a:defRPr>
      </a:lvl3pPr>
      <a:lvl4pPr>
        <a:defRPr lang="de-DE" sz="1800" b="0" u="none" strike="noStrike">
          <a:solidFill>
            <a:schemeClr val="dk1"/>
          </a:solidFill>
          <a:uFillTx/>
          <a:latin typeface="Calibri"/>
        </a:defRPr>
      </a:lvl4pPr>
      <a:lvl5pPr>
        <a:defRPr lang="de-DE" sz="2000" b="0" u="none" strike="noStrike">
          <a:solidFill>
            <a:schemeClr val="dk1"/>
          </a:solidFill>
          <a:uFillTx/>
          <a:latin typeface="Calibri"/>
        </a:defRPr>
      </a:lvl5pPr>
      <a:lvl6pPr>
        <a:defRPr lang="de-DE" sz="2000" b="0" u="none" strike="noStrike">
          <a:solidFill>
            <a:schemeClr val="dk1"/>
          </a:solidFill>
          <a:uFillTx/>
          <a:latin typeface="Calibri"/>
        </a:defRPr>
      </a:lvl6pPr>
      <a:lvl7pPr>
        <a:defRPr lang="de-DE" sz="2000" b="0" u="none" strike="noStrike">
          <a:solidFill>
            <a:schemeClr val="dk1"/>
          </a:solidFill>
          <a:uFillTx/>
          <a:latin typeface="Calibri"/>
        </a:defRPr>
      </a:lvl7pPr>
      <a:lvl8pPr>
        <a:defRPr lang="de-DE" sz="2000" b="0" u="none" strike="noStrike">
          <a:solidFill>
            <a:schemeClr val="dk1"/>
          </a:solidFill>
          <a:uFillTx/>
          <a:latin typeface="Calibri"/>
        </a:defRPr>
      </a:lvl8pPr>
      <a:lvl9pPr>
        <a:defRPr lang="de-DE" sz="2000" b="0" u="none" strike="noStrike">
          <a:solidFill>
            <a:schemeClr val="dk1"/>
          </a:solidFill>
          <a:uFillTx/>
          <a:latin typeface="Calibri"/>
        </a:defRPr>
      </a:lvl9pPr>
    </p:bodyStyle>
  </p:txStyles>
  <p:extLst>
    <p:ext uri="urn:com:collaboraoffice:names:experimental:ooxml:xmlns:coext:1.0">
      <coext:pageGuid xmlns:coext="urn:com:collaboraoffice:names:experimental:ooxml:xmlns:coext:1.0" val="{DBD1D606-E7F8-4B1C-BF4B-981C776DAC9A}"/>
    </p:ext>
  </p:ext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0" name="Graphic 2"/>
          <p:cNvPicPr/>
          <p:nvPr/>
        </p:nvPicPr>
        <p:blipFill>
          <a:blip r:embed="rId2">
            <a:extLst>
              <a:ext uri="{96DAC541-7B7A-43D3-8B79-37D633B846F1}">
                <asvg:svgBlip xmlns:asvg="http://schemas.microsoft.com/office/drawing/2016/SVG/main" r:embed="rId3"/>
              </a:ext>
            </a:extLst>
          </a:blip>
          <a:stretch/>
        </p:blipFill>
        <p:spPr>
          <a:xfrm>
            <a:off x="779040" y="6096960"/>
            <a:ext cx="697320" cy="601200"/>
          </a:xfrm>
          <a:prstGeom prst="rect">
            <a:avLst/>
          </a:prstGeom>
          <a:noFill/>
          <a:ln w="0">
            <a:noFill/>
          </a:ln>
        </p:spPr>
      </p:pic>
      <p:sp>
        <p:nvSpPr>
          <p:cNvPr id="21" name="PlaceHolder 1"/>
          <p:cNvSpPr>
            <a:spLocks noGrp="1"/>
          </p:cNvSpPr>
          <p:nvPr>
            <p:ph type="ftr" idx="10"/>
          </p:nvPr>
        </p:nvSpPr>
        <p:spPr>
          <a:xfrm>
            <a:off x="4038480" y="6356520"/>
            <a:ext cx="4113360" cy="363600"/>
          </a:xfrm>
          <a:prstGeom prst="rect">
            <a:avLst/>
          </a:prstGeom>
          <a:noFill/>
          <a:ln w="0">
            <a:noFill/>
          </a:ln>
        </p:spPr>
        <p:txBody>
          <a:bodyPr lIns="90000" tIns="45000" rIns="90000" bIns="45000" anchor="ctr">
            <a:noAutofit/>
          </a:bodyPr>
          <a:lstStyle>
            <a:lvl1pPr indent="0" algn="ctr" defTabSz="914400">
              <a:lnSpc>
                <a:spcPct val="100000"/>
              </a:lnSpc>
              <a:buNone/>
              <a:tabLst>
                <a:tab pos="0" algn="l"/>
              </a:tabLst>
              <a:defRPr lang="en-US" sz="1400" b="0" u="none" strike="noStrike">
                <a:solidFill>
                  <a:srgbClr val="000000"/>
                </a:solidFill>
                <a:effectLst/>
                <a:uFillTx/>
                <a:latin typeface="Calibri"/>
              </a:defRPr>
            </a:lvl1pPr>
          </a:lstStyle>
          <a:p>
            <a:pPr indent="0" algn="ctr" defTabSz="914400">
              <a:lnSpc>
                <a:spcPct val="100000"/>
              </a:lnSpc>
              <a:buNone/>
              <a:tabLst>
                <a:tab pos="0" algn="l"/>
              </a:tabLst>
            </a:pPr>
            <a:r>
              <a:rPr lang="en-US" sz="1400" b="0" u="none" strike="noStrike">
                <a:solidFill>
                  <a:srgbClr val="000000"/>
                </a:solidFill>
                <a:effectLst/>
                <a:uFillTx/>
                <a:latin typeface="Calibri"/>
              </a:rPr>
              <a:t> </a:t>
            </a:r>
            <a:endParaRPr lang="es" sz="1400" b="0" u="none" strike="noStrike">
              <a:solidFill>
                <a:srgbClr val="000000"/>
              </a:solidFill>
              <a:effectLst/>
              <a:uFillTx/>
              <a:latin typeface="Calibri"/>
            </a:endParaRPr>
          </a:p>
        </p:txBody>
      </p:sp>
      <p:sp>
        <p:nvSpPr>
          <p:cNvPr id="22" name="PlaceHolder 2"/>
          <p:cNvSpPr>
            <a:spLocks noGrp="1"/>
          </p:cNvSpPr>
          <p:nvPr>
            <p:ph type="sldNum" idx="11"/>
          </p:nvPr>
        </p:nvSpPr>
        <p:spPr>
          <a:xfrm>
            <a:off x="10937160" y="6356520"/>
            <a:ext cx="415080" cy="363600"/>
          </a:xfrm>
          <a:prstGeom prst="rect">
            <a:avLst/>
          </a:prstGeom>
          <a:noFill/>
          <a:ln w="0">
            <a:noFill/>
          </a:ln>
        </p:spPr>
        <p:txBody>
          <a:bodyPr lIns="90000" tIns="45000" rIns="90000" bIns="45000" anchor="ctr">
            <a:noAutofit/>
          </a:bodyPr>
          <a:lstStyle>
            <a:lvl1pPr indent="0" algn="r" defTabSz="914400">
              <a:lnSpc>
                <a:spcPct val="100000"/>
              </a:lnSpc>
              <a:buNone/>
              <a:tabLst>
                <a:tab pos="0" algn="l"/>
              </a:tabLst>
              <a:defRPr lang="el-GR" sz="1200" b="0" u="none" strike="noStrike">
                <a:solidFill>
                  <a:schemeClr val="dk1">
                    <a:tint val="82000"/>
                  </a:schemeClr>
                </a:solidFill>
                <a:effectLst/>
                <a:uFillTx/>
                <a:latin typeface="Calibri"/>
              </a:defRPr>
            </a:lvl1pPr>
          </a:lstStyle>
          <a:p>
            <a:pPr indent="0" algn="r" defTabSz="914400">
              <a:lnSpc>
                <a:spcPct val="100000"/>
              </a:lnSpc>
              <a:buNone/>
              <a:tabLst>
                <a:tab pos="0" algn="l"/>
              </a:tabLst>
            </a:pPr>
            <a:fld id="{0448C5FD-4A7E-436B-B15F-84522A3384EC}" type="slidenum">
              <a:rPr lang="el-GR" sz="1200" b="0" u="none" strike="noStrike">
                <a:solidFill>
                  <a:schemeClr val="dk1">
                    <a:tint val="82000"/>
                  </a:schemeClr>
                </a:solidFill>
                <a:effectLst/>
                <a:uFillTx/>
                <a:latin typeface="Calibri"/>
              </a:rPr>
              <a:t>1</a:t>
            </a:fld>
            <a:endParaRPr lang="es" sz="1200" b="0" u="none" strike="noStrike">
              <a:solidFill>
                <a:srgbClr val="000000"/>
              </a:solidFill>
              <a:effectLst/>
              <a:uFillTx/>
              <a:latin typeface="Calibri"/>
            </a:endParaRPr>
          </a:p>
        </p:txBody>
      </p:sp>
      <p:sp>
        <p:nvSpPr>
          <p:cNvPr id="23" name="PlaceHolder 3"/>
          <p:cNvSpPr>
            <a:spLocks noGrp="1"/>
          </p:cNvSpPr>
          <p:nvPr>
            <p:ph type="dt" idx="12"/>
          </p:nvPr>
        </p:nvSpPr>
        <p:spPr>
          <a:xfrm>
            <a:off x="2680920" y="6356520"/>
            <a:ext cx="898920" cy="363600"/>
          </a:xfrm>
          <a:prstGeom prst="rect">
            <a:avLst/>
          </a:prstGeom>
          <a:noFill/>
          <a:ln w="0">
            <a:noFill/>
          </a:ln>
        </p:spPr>
        <p:txBody>
          <a:bodyPr lIns="90000" tIns="45000" rIns="90000" bIns="45000" anchor="ctr">
            <a:noAutofit/>
          </a:bodyPr>
          <a:lstStyle>
            <a:lvl1pPr indent="0" algn="l">
              <a:buNone/>
              <a:defRPr lang="es" sz="1400" b="0" u="none" strike="noStrike">
                <a:solidFill>
                  <a:srgbClr val="000000"/>
                </a:solidFill>
                <a:effectLst/>
                <a:uFillTx/>
                <a:latin typeface="Calibri"/>
              </a:defRPr>
            </a:lvl1pPr>
          </a:lstStyle>
          <a:p>
            <a:pPr indent="0" algn="l">
              <a:buNone/>
            </a:pPr>
            <a:fld id="{180498C6-7283-4AF8-BBAB-919EA2117E69}" type="datetime">
              <a:rPr lang="es" sz="1400" b="0" u="none" strike="noStrike">
                <a:solidFill>
                  <a:srgbClr val="000000"/>
                </a:solidFill>
                <a:effectLst/>
                <a:uFillTx/>
                <a:latin typeface="Calibri"/>
              </a:rPr>
              <a:t> </a:t>
            </a:fld>
            <a:endParaRPr lang="es" sz="1400" b="0" u="none" strike="noStrike">
              <a:solidFill>
                <a:srgbClr val="000000"/>
              </a:solidFill>
              <a:effectLst/>
              <a:uFillTx/>
              <a:latin typeface="Calibri"/>
            </a:endParaRPr>
          </a:p>
        </p:txBody>
      </p:sp>
      <p:sp>
        <p:nvSpPr>
          <p:cNvPr id="24"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102000"/>
              </a:lnSpc>
              <a:buNone/>
              <a:tabLst>
                <a:tab pos="0" algn="l"/>
              </a:tabLst>
              <a:defRPr lang="de-DE" sz="1800" b="0" u="none" strike="noStrike">
                <a:solidFill>
                  <a:schemeClr val="dk1"/>
                </a:solidFill>
                <a:effectLst/>
                <a:uFillTx/>
                <a:latin typeface="Calibri"/>
              </a:defRPr>
            </a:lvl1pPr>
          </a:lstStyle>
          <a:p>
            <a:pPr indent="0" algn="l" defTabSz="914400">
              <a:lnSpc>
                <a:spcPct val="102000"/>
              </a:lnSpc>
              <a:buNone/>
              <a:tabLst>
                <a:tab pos="0" algn="l"/>
              </a:tabLst>
            </a:pPr>
            <a:r>
              <a:rPr lang="de-DE" sz="1800" b="0" u="none" strike="noStrike">
                <a:solidFill>
                  <a:schemeClr val="dk1"/>
                </a:solidFill>
                <a:effectLst/>
                <a:uFillTx/>
                <a:latin typeface="Calibri"/>
              </a:rPr>
              <a:t>Pulse para editar el formato del texto de título</a:t>
            </a:r>
            <a:endParaRPr lang="de-DE" sz="1800" b="0" u="none" strike="noStrike">
              <a:solidFill>
                <a:schemeClr val="dk1"/>
              </a:solidFill>
              <a:effectLst/>
              <a:uFillTx/>
              <a:latin typeface="Calibri"/>
            </a:endParaRPr>
          </a:p>
        </p:txBody>
      </p:sp>
      <p:sp>
        <p:nvSpPr>
          <p:cNvPr id="25"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102000"/>
              </a:lnSpc>
              <a:spcBef>
                <a:spcPts val="1417"/>
              </a:spcBef>
              <a:buClr>
                <a:srgbClr val="000000"/>
              </a:buClr>
              <a:buSzPct val="45000"/>
              <a:buFont typeface="Wingdings" charset="2"/>
              <a:buChar char=""/>
              <a:defRPr lang="de-DE" sz="2800" b="0" u="none" strike="noStrike">
                <a:solidFill>
                  <a:schemeClr val="dk1"/>
                </a:solidFill>
                <a:effectLst/>
                <a:uFillTx/>
                <a:latin typeface="Calibri"/>
              </a:defRPr>
            </a:lvl1pPr>
            <a:lvl2pPr lvl="1" algn="l" defTabSz="914400">
              <a:lnSpc>
                <a:spcPct val="102000"/>
              </a:lnSpc>
              <a:spcBef>
                <a:spcPts val="1134"/>
              </a:spcBef>
              <a:buClr>
                <a:srgbClr val="000000"/>
              </a:buClr>
              <a:buSzPct val="75000"/>
              <a:buFont typeface="Symbol" charset="2"/>
              <a:buChar char=""/>
              <a:defRPr lang="de-DE" sz="2000" b="0" u="none" strike="noStrike">
                <a:solidFill>
                  <a:schemeClr val="dk1"/>
                </a:solidFill>
                <a:effectLst/>
                <a:uFillTx/>
                <a:latin typeface="Calibri"/>
              </a:defRPr>
            </a:lvl2pPr>
            <a:lvl3pPr lvl="2" algn="l" defTabSz="914400">
              <a:lnSpc>
                <a:spcPct val="102000"/>
              </a:lnSpc>
              <a:spcBef>
                <a:spcPts val="850"/>
              </a:spcBef>
              <a:buClr>
                <a:srgbClr val="000000"/>
              </a:buClr>
              <a:buSzPct val="45000"/>
              <a:buFont typeface="Wingdings" charset="2"/>
              <a:buChar char=""/>
              <a:defRPr lang="de-DE" sz="1800" b="0" u="none" strike="noStrike">
                <a:solidFill>
                  <a:schemeClr val="dk1"/>
                </a:solidFill>
                <a:effectLst/>
                <a:uFillTx/>
                <a:latin typeface="Calibri"/>
              </a:defRPr>
            </a:lvl3pPr>
            <a:lvl4pPr lvl="3" algn="l" defTabSz="914400">
              <a:lnSpc>
                <a:spcPct val="102000"/>
              </a:lnSpc>
              <a:spcBef>
                <a:spcPts val="567"/>
              </a:spcBef>
              <a:buClr>
                <a:srgbClr val="000000"/>
              </a:buClr>
              <a:buSzPct val="75000"/>
              <a:buFont typeface="Symbol" charset="2"/>
              <a:buChar char=""/>
              <a:defRPr lang="de-DE" sz="1800" b="0" u="none" strike="noStrike">
                <a:solidFill>
                  <a:schemeClr val="dk1"/>
                </a:solidFill>
                <a:effectLst/>
                <a:uFillTx/>
                <a:latin typeface="Calibri"/>
              </a:defRPr>
            </a:lvl4pPr>
            <a:lvl5pPr lvl="4"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5pPr>
            <a:lvl6pPr lvl="5"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6pPr>
            <a:lvl7pPr lvl="6"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7pPr>
          </a:lstStyle>
          <a:p>
            <a:pPr marL="228600" indent="-228600" algn="l" defTabSz="914400">
              <a:lnSpc>
                <a:spcPct val="102000"/>
              </a:lnSpc>
              <a:spcBef>
                <a:spcPts val="1417"/>
              </a:spcBef>
              <a:buClr>
                <a:srgbClr val="000000"/>
              </a:buClr>
              <a:buSzPct val="45000"/>
              <a:buFont typeface="Wingdings" charset="2"/>
              <a:buChar char=""/>
            </a:pPr>
            <a:r>
              <a:rPr lang="de-DE" sz="2800" b="0" u="none" strike="noStrike">
                <a:solidFill>
                  <a:schemeClr val="dk1"/>
                </a:solidFill>
                <a:effectLst/>
                <a:uFillTx/>
                <a:latin typeface="Calibri"/>
              </a:rPr>
              <a:t>Pulse para editar el formato de texto del esquema</a:t>
            </a:r>
            <a:endParaRPr lang="de-DE" sz="2800" b="0" u="none" strike="noStrike">
              <a:solidFill>
                <a:schemeClr val="dk1"/>
              </a:solidFill>
              <a:effectLst/>
              <a:uFillTx/>
              <a:latin typeface="Calibri"/>
            </a:endParaRPr>
          </a:p>
          <a:p>
            <a:pPr marL="864000" lvl="1" indent="-324000" algn="l" defTabSz="914400">
              <a:lnSpc>
                <a:spcPct val="102000"/>
              </a:lnSpc>
              <a:spcBef>
                <a:spcPts val="1134"/>
              </a:spcBef>
              <a:buClr>
                <a:srgbClr val="000000"/>
              </a:buClr>
              <a:buSzPct val="75000"/>
              <a:buFont typeface="Symbol" charset="2"/>
              <a:buChar char=""/>
            </a:pPr>
            <a:r>
              <a:rPr lang="de-DE" sz="2000" b="0" u="none" strike="noStrike">
                <a:solidFill>
                  <a:schemeClr val="dk1"/>
                </a:solidFill>
                <a:effectLst/>
                <a:uFillTx/>
                <a:latin typeface="Calibri"/>
              </a:rPr>
              <a:t>Segundo nivel del esquema</a:t>
            </a:r>
            <a:endParaRPr lang="de-DE" sz="2000" b="0" u="none" strike="noStrike">
              <a:solidFill>
                <a:schemeClr val="dk1"/>
              </a:solidFill>
              <a:effectLst/>
              <a:uFillTx/>
              <a:latin typeface="Calibri"/>
            </a:endParaRPr>
          </a:p>
          <a:p>
            <a:pPr marL="1296000" lvl="2" indent="-288000" algn="l" defTabSz="914400">
              <a:lnSpc>
                <a:spcPct val="102000"/>
              </a:lnSpc>
              <a:spcBef>
                <a:spcPts val="850"/>
              </a:spcBef>
              <a:buClr>
                <a:srgbClr val="000000"/>
              </a:buClr>
              <a:buSzPct val="45000"/>
              <a:buFont typeface="Wingdings" charset="2"/>
              <a:buChar char=""/>
            </a:pPr>
            <a:r>
              <a:rPr lang="de-DE" sz="1800" b="0" u="none" strike="noStrike">
                <a:solidFill>
                  <a:schemeClr val="dk1"/>
                </a:solidFill>
                <a:effectLst/>
                <a:uFillTx/>
                <a:latin typeface="Calibri"/>
              </a:rPr>
              <a:t>Tercer nivel del esquema</a:t>
            </a:r>
            <a:endParaRPr lang="de-DE" sz="1800" b="0" u="none" strike="noStrike">
              <a:solidFill>
                <a:schemeClr val="dk1"/>
              </a:solidFill>
              <a:effectLst/>
              <a:uFillTx/>
              <a:latin typeface="Calibri"/>
            </a:endParaRPr>
          </a:p>
          <a:p>
            <a:pPr marL="1728000" lvl="3" indent="-216000" algn="l" defTabSz="914400">
              <a:lnSpc>
                <a:spcPct val="102000"/>
              </a:lnSpc>
              <a:spcBef>
                <a:spcPts val="567"/>
              </a:spcBef>
              <a:buClr>
                <a:srgbClr val="000000"/>
              </a:buClr>
              <a:buSzPct val="75000"/>
              <a:buFont typeface="Symbol" charset="2"/>
              <a:buChar char=""/>
            </a:pPr>
            <a:r>
              <a:rPr lang="de-DE" sz="1800" b="0" u="none" strike="noStrike">
                <a:solidFill>
                  <a:schemeClr val="dk1"/>
                </a:solidFill>
                <a:effectLst/>
                <a:uFillTx/>
                <a:latin typeface="Calibri"/>
              </a:rPr>
              <a:t>Cuarto nivel del esquema</a:t>
            </a:r>
            <a:endParaRPr lang="de-DE" sz="1800" b="0" u="none" strike="noStrike">
              <a:solidFill>
                <a:schemeClr val="dk1"/>
              </a:solidFill>
              <a:effectLst/>
              <a:uFillTx/>
              <a:latin typeface="Calibri"/>
            </a:endParaRPr>
          </a:p>
          <a:p>
            <a:pPr marL="2160000" lvl="4"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Quinto nivel del esquema</a:t>
            </a:r>
            <a:endParaRPr lang="de-DE" sz="2000" b="0" u="none" strike="noStrike">
              <a:solidFill>
                <a:schemeClr val="dk1"/>
              </a:solidFill>
              <a:effectLst/>
              <a:uFillTx/>
              <a:latin typeface="Calibri"/>
            </a:endParaRPr>
          </a:p>
          <a:p>
            <a:pPr marL="2592000" lvl="5"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Sexto nivel del esquema</a:t>
            </a:r>
            <a:endParaRPr lang="de-DE" sz="2000" b="0" u="none" strike="noStrike">
              <a:solidFill>
                <a:schemeClr val="dk1"/>
              </a:solidFill>
              <a:effectLst/>
              <a:uFillTx/>
              <a:latin typeface="Calibri"/>
            </a:endParaRPr>
          </a:p>
          <a:p>
            <a:pPr marL="3024000" lvl="6"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Séptimo nivel del esquema</a:t>
            </a:r>
            <a:endParaRPr lang="de-DE"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55" r:id="rId4"/>
  </p:sldLayoutIdLst>
  <p:txStyles>
    <p:titleStyle>
      <a:lvl1pPr>
        <a:defRPr lang="de-DE" sz="1800" b="0" u="none" strike="noStrike">
          <a:solidFill>
            <a:schemeClr val="dk1"/>
          </a:solidFill>
          <a:uFillTx/>
          <a:latin typeface="Calibri"/>
        </a:defRPr>
      </a:lvl1pPr>
    </p:titleStyle>
    <p:bodyStyle>
      <a:lvl1pPr>
        <a:defRPr lang="de-DE" sz="2800" b="0" u="none" strike="noStrike">
          <a:solidFill>
            <a:schemeClr val="dk1"/>
          </a:solidFill>
          <a:uFillTx/>
          <a:latin typeface="Calibri"/>
        </a:defRPr>
      </a:lvl1pPr>
      <a:lvl2pPr>
        <a:defRPr lang="de-DE" sz="2000" b="0" u="none" strike="noStrike">
          <a:solidFill>
            <a:schemeClr val="dk1"/>
          </a:solidFill>
          <a:uFillTx/>
          <a:latin typeface="Calibri"/>
        </a:defRPr>
      </a:lvl2pPr>
      <a:lvl3pPr>
        <a:defRPr lang="de-DE" sz="1800" b="0" u="none" strike="noStrike">
          <a:solidFill>
            <a:schemeClr val="dk1"/>
          </a:solidFill>
          <a:uFillTx/>
          <a:latin typeface="Calibri"/>
        </a:defRPr>
      </a:lvl3pPr>
      <a:lvl4pPr>
        <a:defRPr lang="de-DE" sz="1800" b="0" u="none" strike="noStrike">
          <a:solidFill>
            <a:schemeClr val="dk1"/>
          </a:solidFill>
          <a:uFillTx/>
          <a:latin typeface="Calibri"/>
        </a:defRPr>
      </a:lvl4pPr>
      <a:lvl5pPr>
        <a:defRPr lang="de-DE" sz="2000" b="0" u="none" strike="noStrike">
          <a:solidFill>
            <a:schemeClr val="dk1"/>
          </a:solidFill>
          <a:uFillTx/>
          <a:latin typeface="Calibri"/>
        </a:defRPr>
      </a:lvl5pPr>
      <a:lvl6pPr>
        <a:defRPr lang="de-DE" sz="2000" b="0" u="none" strike="noStrike">
          <a:solidFill>
            <a:schemeClr val="dk1"/>
          </a:solidFill>
          <a:uFillTx/>
          <a:latin typeface="Calibri"/>
        </a:defRPr>
      </a:lvl6pPr>
      <a:lvl7pPr>
        <a:defRPr lang="de-DE" sz="2000" b="0" u="none" strike="noStrike">
          <a:solidFill>
            <a:schemeClr val="dk1"/>
          </a:solidFill>
          <a:uFillTx/>
          <a:latin typeface="Calibri"/>
        </a:defRPr>
      </a:lvl7pPr>
      <a:lvl8pPr>
        <a:defRPr lang="de-DE" sz="2000" b="0" u="none" strike="noStrike">
          <a:solidFill>
            <a:schemeClr val="dk1"/>
          </a:solidFill>
          <a:uFillTx/>
          <a:latin typeface="Calibri"/>
        </a:defRPr>
      </a:lvl8pPr>
      <a:lvl9pPr>
        <a:defRPr lang="de-DE" sz="2000" b="0" u="none" strike="noStrike">
          <a:solidFill>
            <a:schemeClr val="dk1"/>
          </a:solidFill>
          <a:uFillTx/>
          <a:latin typeface="Calibri"/>
        </a:defRPr>
      </a:lvl9pPr>
    </p:bodyStyle>
  </p:txStyles>
  <p:extLst>
    <p:ext uri="urn:com:collaboraoffice:names:experimental:ooxml:xmlns:coext:1.0">
      <coext:pageGuid xmlns:coext="urn:com:collaboraoffice:names:experimental:ooxml:xmlns:coext:1.0" val="{AB15338C-1056-4224-B3E8-14F1C98451EF}"/>
    </p:ext>
  </p:ext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6" name="Graphic 2"/>
          <p:cNvPicPr/>
          <p:nvPr/>
        </p:nvPicPr>
        <p:blipFill>
          <a:blip r:embed="rId2">
            <a:extLst>
              <a:ext uri="{96DAC541-7B7A-43D3-8B79-37D633B846F1}">
                <asvg:svgBlip xmlns:asvg="http://schemas.microsoft.com/office/drawing/2016/SVG/main" r:embed="rId3"/>
              </a:ext>
            </a:extLst>
          </a:blip>
          <a:stretch/>
        </p:blipFill>
        <p:spPr>
          <a:xfrm>
            <a:off x="779040" y="6096960"/>
            <a:ext cx="697320" cy="601200"/>
          </a:xfrm>
          <a:prstGeom prst="rect">
            <a:avLst/>
          </a:prstGeom>
          <a:noFill/>
          <a:ln w="0">
            <a:noFill/>
          </a:ln>
        </p:spPr>
      </p:pic>
      <p:grpSp>
        <p:nvGrpSpPr>
          <p:cNvPr id="27" name="Group 3"/>
          <p:cNvGrpSpPr/>
          <p:nvPr/>
        </p:nvGrpSpPr>
        <p:grpSpPr>
          <a:xfrm>
            <a:off x="5417640" y="2182320"/>
            <a:ext cx="6316920" cy="3588480"/>
            <a:chOff x="5417640" y="2182320"/>
            <a:chExt cx="6316920" cy="3588480"/>
          </a:xfrm>
        </p:grpSpPr>
        <p:sp>
          <p:nvSpPr>
            <p:cNvPr id="28" name="Freeform: Shape 6"/>
            <p:cNvSpPr/>
            <p:nvPr/>
          </p:nvSpPr>
          <p:spPr>
            <a:xfrm>
              <a:off x="5417640" y="5620680"/>
              <a:ext cx="6316920" cy="150120"/>
            </a:xfrm>
            <a:custGeom>
              <a:avLst/>
              <a:gdLst>
                <a:gd name="textAreaLeft" fmla="*/ 0 w 6316920"/>
                <a:gd name="textAreaRight" fmla="*/ 6318360 w 6316920"/>
                <a:gd name="textAreaTop" fmla="*/ 0 h 150120"/>
                <a:gd name="textAreaBottom" fmla="*/ 151560 h 150120"/>
              </a:gdLst>
              <a:ahLst/>
              <a:cxnLst/>
              <a:rect l="textAreaLeft" t="textAreaTop" r="textAreaRight" b="textAreaBottom"/>
              <a:pathLst>
                <a:path w="6318317" h="151584">
                  <a:moveTo>
                    <a:pt x="0" y="13780"/>
                  </a:moveTo>
                  <a:cubicBezTo>
                    <a:pt x="0" y="6167"/>
                    <a:pt x="6170" y="0"/>
                    <a:pt x="13780" y="0"/>
                  </a:cubicBezTo>
                  <a:lnTo>
                    <a:pt x="6304537" y="0"/>
                  </a:lnTo>
                  <a:cubicBezTo>
                    <a:pt x="6312150" y="0"/>
                    <a:pt x="6318317" y="6167"/>
                    <a:pt x="6318317" y="13780"/>
                  </a:cubicBezTo>
                  <a:lnTo>
                    <a:pt x="6318317" y="41341"/>
                  </a:lnTo>
                  <a:cubicBezTo>
                    <a:pt x="6318317" y="102216"/>
                    <a:pt x="6268949" y="151584"/>
                    <a:pt x="6208074" y="151584"/>
                  </a:cubicBezTo>
                  <a:lnTo>
                    <a:pt x="110243" y="151584"/>
                  </a:lnTo>
                  <a:cubicBezTo>
                    <a:pt x="49358" y="151584"/>
                    <a:pt x="0" y="102216"/>
                    <a:pt x="0" y="41341"/>
                  </a:cubicBezTo>
                  <a:lnTo>
                    <a:pt x="0" y="13780"/>
                  </a:lnTo>
                  <a:close/>
                </a:path>
              </a:pathLst>
            </a:custGeom>
            <a:solidFill>
              <a:srgbClr val="162C40"/>
            </a:solidFill>
            <a:ln w="3443">
              <a:solidFill>
                <a:srgbClr val="162C40"/>
              </a:solidFill>
              <a:miter/>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sp>
          <p:nvSpPr>
            <p:cNvPr id="29" name="Freeform: Shape 7"/>
            <p:cNvSpPr/>
            <p:nvPr/>
          </p:nvSpPr>
          <p:spPr>
            <a:xfrm>
              <a:off x="8128800" y="5620680"/>
              <a:ext cx="894240" cy="60480"/>
            </a:xfrm>
            <a:custGeom>
              <a:avLst/>
              <a:gdLst>
                <a:gd name="textAreaLeft" fmla="*/ 0 w 894240"/>
                <a:gd name="textAreaRight" fmla="*/ 895680 w 894240"/>
                <a:gd name="textAreaTop" fmla="*/ 0 h 60480"/>
                <a:gd name="textAreaBottom" fmla="*/ 61920 h 60480"/>
              </a:gdLst>
              <a:ahLst/>
              <a:cxnLst/>
              <a:rect l="textAreaLeft" t="textAreaTop" r="textAreaRight" b="textAreaBottom"/>
              <a:pathLst>
                <a:path w="895726" h="62011">
                  <a:moveTo>
                    <a:pt x="0" y="0"/>
                  </a:moveTo>
                  <a:lnTo>
                    <a:pt x="895727" y="0"/>
                  </a:lnTo>
                  <a:lnTo>
                    <a:pt x="895727" y="34451"/>
                  </a:lnTo>
                  <a:cubicBezTo>
                    <a:pt x="895727" y="49678"/>
                    <a:pt x="883393" y="62012"/>
                    <a:pt x="868166" y="62012"/>
                  </a:cubicBezTo>
                  <a:lnTo>
                    <a:pt x="27561" y="62012"/>
                  </a:lnTo>
                  <a:cubicBezTo>
                    <a:pt x="12340" y="62012"/>
                    <a:pt x="0" y="49678"/>
                    <a:pt x="0" y="34451"/>
                  </a:cubicBezTo>
                  <a:lnTo>
                    <a:pt x="0" y="0"/>
                  </a:lnTo>
                  <a:close/>
                </a:path>
              </a:pathLst>
            </a:custGeom>
            <a:solidFill>
              <a:srgbClr val="162C40"/>
            </a:solidFill>
            <a:ln w="3443">
              <a:solidFill>
                <a:srgbClr val="162C40"/>
              </a:solidFill>
              <a:miter/>
            </a:ln>
          </p:spPr>
          <p:style>
            <a:lnRef idx="0"/>
            <a:fillRef idx="0"/>
            <a:effectRef idx="0"/>
            <a:fontRef idx="minor"/>
          </p:style>
          <p:txBody>
            <a:bodyPr lIns="90000" tIns="16920" rIns="90000" bIns="16920" anchor="ctr">
              <a:noAutofit/>
            </a:bodyPr>
            <a:p>
              <a:endParaRPr lang="en-US" sz="1800" b="0" u="none" strike="noStrike">
                <a:solidFill>
                  <a:schemeClr val="dk1"/>
                </a:solidFill>
                <a:effectLst/>
                <a:uFillTx/>
                <a:latin typeface="Calibri"/>
              </a:endParaRPr>
            </a:p>
          </p:txBody>
        </p:sp>
        <p:sp>
          <p:nvSpPr>
            <p:cNvPr id="30" name="Freeform: Shape 8"/>
            <p:cNvSpPr/>
            <p:nvPr/>
          </p:nvSpPr>
          <p:spPr>
            <a:xfrm>
              <a:off x="5965200" y="2182320"/>
              <a:ext cx="5303880" cy="3443760"/>
            </a:xfrm>
            <a:custGeom>
              <a:avLst/>
              <a:gdLst>
                <a:gd name="textAreaLeft" fmla="*/ 0 w 5303880"/>
                <a:gd name="textAreaRight" fmla="*/ 5305320 w 5303880"/>
                <a:gd name="textAreaTop" fmla="*/ 0 h 3443760"/>
                <a:gd name="textAreaBottom" fmla="*/ 3445200 h 3443760"/>
              </a:gdLst>
              <a:ahLst/>
              <a:cxnLst/>
              <a:rect l="textAreaLeft" t="textAreaTop" r="textAreaRight" b="textAreaBottom"/>
              <a:pathLst>
                <a:path w="5305457" h="3445100">
                  <a:moveTo>
                    <a:pt x="0" y="103353"/>
                  </a:moveTo>
                  <a:cubicBezTo>
                    <a:pt x="0" y="46273"/>
                    <a:pt x="46271" y="0"/>
                    <a:pt x="103353" y="0"/>
                  </a:cubicBezTo>
                  <a:lnTo>
                    <a:pt x="5202104" y="0"/>
                  </a:lnTo>
                  <a:cubicBezTo>
                    <a:pt x="5259189" y="0"/>
                    <a:pt x="5305457" y="46273"/>
                    <a:pt x="5305457" y="103353"/>
                  </a:cubicBezTo>
                  <a:lnTo>
                    <a:pt x="5305457" y="3341748"/>
                  </a:lnTo>
                  <a:cubicBezTo>
                    <a:pt x="5305457" y="3398829"/>
                    <a:pt x="5259189" y="3445101"/>
                    <a:pt x="5202104" y="3445101"/>
                  </a:cubicBezTo>
                  <a:lnTo>
                    <a:pt x="103353" y="3445101"/>
                  </a:lnTo>
                  <a:cubicBezTo>
                    <a:pt x="46271" y="3445101"/>
                    <a:pt x="0" y="3398829"/>
                    <a:pt x="0" y="3341748"/>
                  </a:cubicBezTo>
                  <a:lnTo>
                    <a:pt x="0" y="103353"/>
                  </a:lnTo>
                  <a:close/>
                  <a:moveTo>
                    <a:pt x="5133202" y="172255"/>
                  </a:moveTo>
                  <a:lnTo>
                    <a:pt x="172255" y="172255"/>
                  </a:lnTo>
                  <a:lnTo>
                    <a:pt x="172255" y="3272846"/>
                  </a:lnTo>
                  <a:lnTo>
                    <a:pt x="5133202" y="3272846"/>
                  </a:lnTo>
                  <a:lnTo>
                    <a:pt x="5133202" y="172255"/>
                  </a:lnTo>
                  <a:close/>
                </a:path>
              </a:pathLst>
            </a:custGeom>
            <a:solidFill>
              <a:srgbClr val="162C40"/>
            </a:solidFill>
            <a:ln w="3443">
              <a:solidFill>
                <a:srgbClr val="162C40"/>
              </a:solidFill>
              <a:miter/>
            </a:ln>
          </p:spPr>
          <p:style>
            <a:lnRef idx="0"/>
            <a:fillRef idx="0"/>
            <a:effectRef idx="0"/>
            <a:fontRef idx="minor"/>
          </p:style>
          <p:txBody>
            <a:bodyPr lIns="90000" tIns="45000" rIns="90000" bIns="45000" anchor="ctr">
              <a:noAutofit/>
            </a:bodyPr>
            <a:p>
              <a:endParaRPr lang="en-US" sz="1800" b="0" u="none" strike="noStrike">
                <a:solidFill>
                  <a:schemeClr val="dk1"/>
                </a:solidFill>
                <a:effectLst/>
                <a:uFillTx/>
                <a:latin typeface="Calibri"/>
              </a:endParaRPr>
            </a:p>
          </p:txBody>
        </p:sp>
      </p:grpSp>
      <p:sp>
        <p:nvSpPr>
          <p:cNvPr id="31" name="PlaceHolder 1"/>
          <p:cNvSpPr>
            <a:spLocks noGrp="1"/>
          </p:cNvSpPr>
          <p:nvPr>
            <p:ph type="ftr" idx="13"/>
          </p:nvPr>
        </p:nvSpPr>
        <p:spPr>
          <a:xfrm>
            <a:off x="4038480" y="6356520"/>
            <a:ext cx="4113360" cy="363600"/>
          </a:xfrm>
          <a:prstGeom prst="rect">
            <a:avLst/>
          </a:prstGeom>
          <a:noFill/>
          <a:ln w="0">
            <a:noFill/>
          </a:ln>
        </p:spPr>
        <p:txBody>
          <a:bodyPr lIns="90000" tIns="45000" rIns="90000" bIns="45000" anchor="ctr">
            <a:noAutofit/>
          </a:bodyPr>
          <a:lstStyle>
            <a:lvl1pPr indent="0" algn="ctr" defTabSz="914400">
              <a:lnSpc>
                <a:spcPct val="100000"/>
              </a:lnSpc>
              <a:buNone/>
              <a:tabLst>
                <a:tab pos="0" algn="l"/>
              </a:tabLst>
              <a:defRPr lang="en-US" sz="1400" b="0" u="none" strike="noStrike">
                <a:solidFill>
                  <a:srgbClr val="000000"/>
                </a:solidFill>
                <a:effectLst/>
                <a:uFillTx/>
                <a:latin typeface="Calibri"/>
              </a:defRPr>
            </a:lvl1pPr>
          </a:lstStyle>
          <a:p>
            <a:pPr indent="0" algn="ctr" defTabSz="914400">
              <a:lnSpc>
                <a:spcPct val="100000"/>
              </a:lnSpc>
              <a:buNone/>
              <a:tabLst>
                <a:tab pos="0" algn="l"/>
              </a:tabLst>
            </a:pPr>
            <a:r>
              <a:rPr lang="en-US" sz="1400" b="0" u="none" strike="noStrike">
                <a:solidFill>
                  <a:srgbClr val="000000"/>
                </a:solidFill>
                <a:effectLst/>
                <a:uFillTx/>
                <a:latin typeface="Calibri"/>
              </a:rPr>
              <a:t> </a:t>
            </a:r>
            <a:endParaRPr lang="es" sz="1400" b="0" u="none" strike="noStrike">
              <a:solidFill>
                <a:srgbClr val="000000"/>
              </a:solidFill>
              <a:effectLst/>
              <a:uFillTx/>
              <a:latin typeface="Calibri"/>
            </a:endParaRPr>
          </a:p>
        </p:txBody>
      </p:sp>
      <p:sp>
        <p:nvSpPr>
          <p:cNvPr id="32" name="PlaceHolder 2"/>
          <p:cNvSpPr>
            <a:spLocks noGrp="1"/>
          </p:cNvSpPr>
          <p:nvPr>
            <p:ph type="sldNum" idx="14"/>
          </p:nvPr>
        </p:nvSpPr>
        <p:spPr>
          <a:xfrm>
            <a:off x="10937160" y="6356520"/>
            <a:ext cx="415080" cy="363600"/>
          </a:xfrm>
          <a:prstGeom prst="rect">
            <a:avLst/>
          </a:prstGeom>
          <a:noFill/>
          <a:ln w="0">
            <a:noFill/>
          </a:ln>
        </p:spPr>
        <p:txBody>
          <a:bodyPr lIns="90000" tIns="45000" rIns="90000" bIns="45000" anchor="ctr">
            <a:noAutofit/>
          </a:bodyPr>
          <a:lstStyle>
            <a:lvl1pPr indent="0" algn="r" defTabSz="914400">
              <a:lnSpc>
                <a:spcPct val="100000"/>
              </a:lnSpc>
              <a:buNone/>
              <a:tabLst>
                <a:tab pos="0" algn="l"/>
              </a:tabLst>
              <a:defRPr lang="el-GR" sz="1200" b="0" u="none" strike="noStrike">
                <a:solidFill>
                  <a:schemeClr val="dk1">
                    <a:tint val="82000"/>
                  </a:schemeClr>
                </a:solidFill>
                <a:effectLst/>
                <a:uFillTx/>
                <a:latin typeface="Calibri"/>
              </a:defRPr>
            </a:lvl1pPr>
          </a:lstStyle>
          <a:p>
            <a:pPr indent="0" algn="r" defTabSz="914400">
              <a:lnSpc>
                <a:spcPct val="100000"/>
              </a:lnSpc>
              <a:buNone/>
              <a:tabLst>
                <a:tab pos="0" algn="l"/>
              </a:tabLst>
            </a:pPr>
            <a:fld id="{7A6B5484-5AEA-4D0A-8BBC-912CAF238274}" type="slidenum">
              <a:rPr lang="el-GR" sz="1200" b="0" u="none" strike="noStrike">
                <a:solidFill>
                  <a:schemeClr val="dk1">
                    <a:tint val="82000"/>
                  </a:schemeClr>
                </a:solidFill>
                <a:effectLst/>
                <a:uFillTx/>
                <a:latin typeface="Calibri"/>
              </a:rPr>
              <a:t>1</a:t>
            </a:fld>
            <a:endParaRPr lang="es" sz="1200" b="0" u="none" strike="noStrike">
              <a:solidFill>
                <a:srgbClr val="000000"/>
              </a:solidFill>
              <a:effectLst/>
              <a:uFillTx/>
              <a:latin typeface="Calibri"/>
            </a:endParaRPr>
          </a:p>
        </p:txBody>
      </p:sp>
      <p:sp>
        <p:nvSpPr>
          <p:cNvPr id="33" name="PlaceHolder 3"/>
          <p:cNvSpPr>
            <a:spLocks noGrp="1"/>
          </p:cNvSpPr>
          <p:nvPr>
            <p:ph type="dt" idx="15"/>
          </p:nvPr>
        </p:nvSpPr>
        <p:spPr>
          <a:xfrm>
            <a:off x="2680920" y="6356520"/>
            <a:ext cx="898920" cy="363600"/>
          </a:xfrm>
          <a:prstGeom prst="rect">
            <a:avLst/>
          </a:prstGeom>
          <a:noFill/>
          <a:ln w="0">
            <a:noFill/>
          </a:ln>
        </p:spPr>
        <p:txBody>
          <a:bodyPr lIns="90000" tIns="45000" rIns="90000" bIns="45000" anchor="ctr">
            <a:noAutofit/>
          </a:bodyPr>
          <a:lstStyle>
            <a:lvl1pPr indent="0" algn="l">
              <a:buNone/>
              <a:defRPr lang="es" sz="1400" b="0" u="none" strike="noStrike">
                <a:solidFill>
                  <a:srgbClr val="000000"/>
                </a:solidFill>
                <a:effectLst/>
                <a:uFillTx/>
                <a:latin typeface="Calibri"/>
              </a:defRPr>
            </a:lvl1pPr>
          </a:lstStyle>
          <a:p>
            <a:pPr indent="0" algn="l">
              <a:buNone/>
            </a:pPr>
            <a:fld id="{AC02DAE3-475E-4B3D-AD26-795AB93C96DC}" type="datetime">
              <a:rPr lang="es" sz="1400" b="0" u="none" strike="noStrike">
                <a:solidFill>
                  <a:srgbClr val="000000"/>
                </a:solidFill>
                <a:effectLst/>
                <a:uFillTx/>
                <a:latin typeface="Calibri"/>
              </a:rPr>
              <a:t> </a:t>
            </a:fld>
            <a:endParaRPr lang="es" sz="1400" b="0" u="none" strike="noStrike">
              <a:solidFill>
                <a:srgbClr val="000000"/>
              </a:solidFill>
              <a:effectLst/>
              <a:uFillTx/>
              <a:latin typeface="Calibri"/>
            </a:endParaRPr>
          </a:p>
        </p:txBody>
      </p:sp>
      <p:sp>
        <p:nvSpPr>
          <p:cNvPr id="34"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102000"/>
              </a:lnSpc>
              <a:buNone/>
              <a:tabLst>
                <a:tab pos="0" algn="l"/>
              </a:tabLst>
              <a:defRPr lang="de-DE" sz="1800" b="0" u="none" strike="noStrike">
                <a:solidFill>
                  <a:schemeClr val="dk1"/>
                </a:solidFill>
                <a:effectLst/>
                <a:uFillTx/>
                <a:latin typeface="Calibri"/>
              </a:defRPr>
            </a:lvl1pPr>
          </a:lstStyle>
          <a:p>
            <a:pPr indent="0" algn="l" defTabSz="914400">
              <a:lnSpc>
                <a:spcPct val="102000"/>
              </a:lnSpc>
              <a:buNone/>
              <a:tabLst>
                <a:tab pos="0" algn="l"/>
              </a:tabLst>
            </a:pPr>
            <a:r>
              <a:rPr lang="de-DE" sz="1800" b="0" u="none" strike="noStrike">
                <a:solidFill>
                  <a:schemeClr val="dk1"/>
                </a:solidFill>
                <a:effectLst/>
                <a:uFillTx/>
                <a:latin typeface="Calibri"/>
              </a:rPr>
              <a:t>Pulse para editar el formato del texto de título</a:t>
            </a:r>
            <a:endParaRPr lang="de-DE" sz="1800" b="0" u="none" strike="noStrike">
              <a:solidFill>
                <a:schemeClr val="dk1"/>
              </a:solidFill>
              <a:effectLst/>
              <a:uFillTx/>
              <a:latin typeface="Calibri"/>
            </a:endParaRPr>
          </a:p>
        </p:txBody>
      </p:sp>
      <p:sp>
        <p:nvSpPr>
          <p:cNvPr id="35"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102000"/>
              </a:lnSpc>
              <a:spcBef>
                <a:spcPts val="1417"/>
              </a:spcBef>
              <a:buClr>
                <a:srgbClr val="000000"/>
              </a:buClr>
              <a:buSzPct val="45000"/>
              <a:buFont typeface="Wingdings" charset="2"/>
              <a:buChar char=""/>
              <a:defRPr lang="de-DE" sz="2800" b="0" u="none" strike="noStrike">
                <a:solidFill>
                  <a:schemeClr val="dk1"/>
                </a:solidFill>
                <a:effectLst/>
                <a:uFillTx/>
                <a:latin typeface="Calibri"/>
              </a:defRPr>
            </a:lvl1pPr>
            <a:lvl2pPr lvl="1" algn="l" defTabSz="914400">
              <a:lnSpc>
                <a:spcPct val="102000"/>
              </a:lnSpc>
              <a:spcBef>
                <a:spcPts val="1134"/>
              </a:spcBef>
              <a:buClr>
                <a:srgbClr val="000000"/>
              </a:buClr>
              <a:buSzPct val="75000"/>
              <a:buFont typeface="Symbol" charset="2"/>
              <a:buChar char=""/>
              <a:defRPr lang="de-DE" sz="2000" b="0" u="none" strike="noStrike">
                <a:solidFill>
                  <a:schemeClr val="dk1"/>
                </a:solidFill>
                <a:effectLst/>
                <a:uFillTx/>
                <a:latin typeface="Calibri"/>
              </a:defRPr>
            </a:lvl2pPr>
            <a:lvl3pPr lvl="2" algn="l" defTabSz="914400">
              <a:lnSpc>
                <a:spcPct val="102000"/>
              </a:lnSpc>
              <a:spcBef>
                <a:spcPts val="850"/>
              </a:spcBef>
              <a:buClr>
                <a:srgbClr val="000000"/>
              </a:buClr>
              <a:buSzPct val="45000"/>
              <a:buFont typeface="Wingdings" charset="2"/>
              <a:buChar char=""/>
              <a:defRPr lang="de-DE" sz="1800" b="0" u="none" strike="noStrike">
                <a:solidFill>
                  <a:schemeClr val="dk1"/>
                </a:solidFill>
                <a:effectLst/>
                <a:uFillTx/>
                <a:latin typeface="Calibri"/>
              </a:defRPr>
            </a:lvl3pPr>
            <a:lvl4pPr lvl="3" algn="l" defTabSz="914400">
              <a:lnSpc>
                <a:spcPct val="102000"/>
              </a:lnSpc>
              <a:spcBef>
                <a:spcPts val="567"/>
              </a:spcBef>
              <a:buClr>
                <a:srgbClr val="000000"/>
              </a:buClr>
              <a:buSzPct val="75000"/>
              <a:buFont typeface="Symbol" charset="2"/>
              <a:buChar char=""/>
              <a:defRPr lang="de-DE" sz="1800" b="0" u="none" strike="noStrike">
                <a:solidFill>
                  <a:schemeClr val="dk1"/>
                </a:solidFill>
                <a:effectLst/>
                <a:uFillTx/>
                <a:latin typeface="Calibri"/>
              </a:defRPr>
            </a:lvl4pPr>
            <a:lvl5pPr lvl="4"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5pPr>
            <a:lvl6pPr lvl="5"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6pPr>
            <a:lvl7pPr lvl="6"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7pPr>
          </a:lstStyle>
          <a:p>
            <a:pPr marL="228600" indent="-228600" algn="l" defTabSz="914400">
              <a:lnSpc>
                <a:spcPct val="102000"/>
              </a:lnSpc>
              <a:spcBef>
                <a:spcPts val="1417"/>
              </a:spcBef>
              <a:buClr>
                <a:srgbClr val="000000"/>
              </a:buClr>
              <a:buSzPct val="45000"/>
              <a:buFont typeface="Wingdings" charset="2"/>
              <a:buChar char=""/>
            </a:pPr>
            <a:r>
              <a:rPr lang="de-DE" sz="2800" b="0" u="none" strike="noStrike">
                <a:solidFill>
                  <a:schemeClr val="dk1"/>
                </a:solidFill>
                <a:effectLst/>
                <a:uFillTx/>
                <a:latin typeface="Calibri"/>
              </a:rPr>
              <a:t>Pulse para editar el formato de texto del esquema</a:t>
            </a:r>
            <a:endParaRPr lang="de-DE" sz="2800" b="0" u="none" strike="noStrike">
              <a:solidFill>
                <a:schemeClr val="dk1"/>
              </a:solidFill>
              <a:effectLst/>
              <a:uFillTx/>
              <a:latin typeface="Calibri"/>
            </a:endParaRPr>
          </a:p>
          <a:p>
            <a:pPr marL="864000" lvl="1" indent="-324000" algn="l" defTabSz="914400">
              <a:lnSpc>
                <a:spcPct val="102000"/>
              </a:lnSpc>
              <a:spcBef>
                <a:spcPts val="1134"/>
              </a:spcBef>
              <a:buClr>
                <a:srgbClr val="000000"/>
              </a:buClr>
              <a:buSzPct val="75000"/>
              <a:buFont typeface="Symbol" charset="2"/>
              <a:buChar char=""/>
            </a:pPr>
            <a:r>
              <a:rPr lang="de-DE" sz="2000" b="0" u="none" strike="noStrike">
                <a:solidFill>
                  <a:schemeClr val="dk1"/>
                </a:solidFill>
                <a:effectLst/>
                <a:uFillTx/>
                <a:latin typeface="Calibri"/>
              </a:rPr>
              <a:t>Segundo nivel del esquema</a:t>
            </a:r>
            <a:endParaRPr lang="de-DE" sz="2000" b="0" u="none" strike="noStrike">
              <a:solidFill>
                <a:schemeClr val="dk1"/>
              </a:solidFill>
              <a:effectLst/>
              <a:uFillTx/>
              <a:latin typeface="Calibri"/>
            </a:endParaRPr>
          </a:p>
          <a:p>
            <a:pPr marL="1296000" lvl="2" indent="-288000" algn="l" defTabSz="914400">
              <a:lnSpc>
                <a:spcPct val="102000"/>
              </a:lnSpc>
              <a:spcBef>
                <a:spcPts val="850"/>
              </a:spcBef>
              <a:buClr>
                <a:srgbClr val="000000"/>
              </a:buClr>
              <a:buSzPct val="45000"/>
              <a:buFont typeface="Wingdings" charset="2"/>
              <a:buChar char=""/>
            </a:pPr>
            <a:r>
              <a:rPr lang="de-DE" sz="1800" b="0" u="none" strike="noStrike">
                <a:solidFill>
                  <a:schemeClr val="dk1"/>
                </a:solidFill>
                <a:effectLst/>
                <a:uFillTx/>
                <a:latin typeface="Calibri"/>
              </a:rPr>
              <a:t>Tercer nivel del esquema</a:t>
            </a:r>
            <a:endParaRPr lang="de-DE" sz="1800" b="0" u="none" strike="noStrike">
              <a:solidFill>
                <a:schemeClr val="dk1"/>
              </a:solidFill>
              <a:effectLst/>
              <a:uFillTx/>
              <a:latin typeface="Calibri"/>
            </a:endParaRPr>
          </a:p>
          <a:p>
            <a:pPr marL="1728000" lvl="3" indent="-216000" algn="l" defTabSz="914400">
              <a:lnSpc>
                <a:spcPct val="102000"/>
              </a:lnSpc>
              <a:spcBef>
                <a:spcPts val="567"/>
              </a:spcBef>
              <a:buClr>
                <a:srgbClr val="000000"/>
              </a:buClr>
              <a:buSzPct val="75000"/>
              <a:buFont typeface="Symbol" charset="2"/>
              <a:buChar char=""/>
            </a:pPr>
            <a:r>
              <a:rPr lang="de-DE" sz="1800" b="0" u="none" strike="noStrike">
                <a:solidFill>
                  <a:schemeClr val="dk1"/>
                </a:solidFill>
                <a:effectLst/>
                <a:uFillTx/>
                <a:latin typeface="Calibri"/>
              </a:rPr>
              <a:t>Cuarto nivel del esquema</a:t>
            </a:r>
            <a:endParaRPr lang="de-DE" sz="1800" b="0" u="none" strike="noStrike">
              <a:solidFill>
                <a:schemeClr val="dk1"/>
              </a:solidFill>
              <a:effectLst/>
              <a:uFillTx/>
              <a:latin typeface="Calibri"/>
            </a:endParaRPr>
          </a:p>
          <a:p>
            <a:pPr marL="2160000" lvl="4"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Quinto nivel del esquema</a:t>
            </a:r>
            <a:endParaRPr lang="de-DE" sz="2000" b="0" u="none" strike="noStrike">
              <a:solidFill>
                <a:schemeClr val="dk1"/>
              </a:solidFill>
              <a:effectLst/>
              <a:uFillTx/>
              <a:latin typeface="Calibri"/>
            </a:endParaRPr>
          </a:p>
          <a:p>
            <a:pPr marL="2592000" lvl="5"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Sexto nivel del esquema</a:t>
            </a:r>
            <a:endParaRPr lang="de-DE" sz="2000" b="0" u="none" strike="noStrike">
              <a:solidFill>
                <a:schemeClr val="dk1"/>
              </a:solidFill>
              <a:effectLst/>
              <a:uFillTx/>
              <a:latin typeface="Calibri"/>
            </a:endParaRPr>
          </a:p>
          <a:p>
            <a:pPr marL="3024000" lvl="6"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Séptimo nivel del esquema</a:t>
            </a:r>
            <a:endParaRPr lang="de-DE"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57" r:id="rId4"/>
  </p:sldLayoutIdLst>
  <p:txStyles>
    <p:titleStyle>
      <a:lvl1pPr>
        <a:defRPr lang="de-DE" sz="1800" b="0" u="none" strike="noStrike">
          <a:solidFill>
            <a:schemeClr val="dk1"/>
          </a:solidFill>
          <a:uFillTx/>
          <a:latin typeface="Calibri"/>
        </a:defRPr>
      </a:lvl1pPr>
    </p:titleStyle>
    <p:bodyStyle>
      <a:lvl1pPr>
        <a:defRPr lang="de-DE" sz="2800" b="0" u="none" strike="noStrike">
          <a:solidFill>
            <a:schemeClr val="dk1"/>
          </a:solidFill>
          <a:uFillTx/>
          <a:latin typeface="Calibri"/>
        </a:defRPr>
      </a:lvl1pPr>
      <a:lvl2pPr>
        <a:defRPr lang="de-DE" sz="2000" b="0" u="none" strike="noStrike">
          <a:solidFill>
            <a:schemeClr val="dk1"/>
          </a:solidFill>
          <a:uFillTx/>
          <a:latin typeface="Calibri"/>
        </a:defRPr>
      </a:lvl2pPr>
      <a:lvl3pPr>
        <a:defRPr lang="de-DE" sz="1800" b="0" u="none" strike="noStrike">
          <a:solidFill>
            <a:schemeClr val="dk1"/>
          </a:solidFill>
          <a:uFillTx/>
          <a:latin typeface="Calibri"/>
        </a:defRPr>
      </a:lvl3pPr>
      <a:lvl4pPr>
        <a:defRPr lang="de-DE" sz="1800" b="0" u="none" strike="noStrike">
          <a:solidFill>
            <a:schemeClr val="dk1"/>
          </a:solidFill>
          <a:uFillTx/>
          <a:latin typeface="Calibri"/>
        </a:defRPr>
      </a:lvl4pPr>
      <a:lvl5pPr>
        <a:defRPr lang="de-DE" sz="2000" b="0" u="none" strike="noStrike">
          <a:solidFill>
            <a:schemeClr val="dk1"/>
          </a:solidFill>
          <a:uFillTx/>
          <a:latin typeface="Calibri"/>
        </a:defRPr>
      </a:lvl5pPr>
      <a:lvl6pPr>
        <a:defRPr lang="de-DE" sz="2000" b="0" u="none" strike="noStrike">
          <a:solidFill>
            <a:schemeClr val="dk1"/>
          </a:solidFill>
          <a:uFillTx/>
          <a:latin typeface="Calibri"/>
        </a:defRPr>
      </a:lvl6pPr>
      <a:lvl7pPr>
        <a:defRPr lang="de-DE" sz="2000" b="0" u="none" strike="noStrike">
          <a:solidFill>
            <a:schemeClr val="dk1"/>
          </a:solidFill>
          <a:uFillTx/>
          <a:latin typeface="Calibri"/>
        </a:defRPr>
      </a:lvl7pPr>
      <a:lvl8pPr>
        <a:defRPr lang="de-DE" sz="2000" b="0" u="none" strike="noStrike">
          <a:solidFill>
            <a:schemeClr val="dk1"/>
          </a:solidFill>
          <a:uFillTx/>
          <a:latin typeface="Calibri"/>
        </a:defRPr>
      </a:lvl8pPr>
      <a:lvl9pPr>
        <a:defRPr lang="de-DE" sz="2000" b="0" u="none" strike="noStrike">
          <a:solidFill>
            <a:schemeClr val="dk1"/>
          </a:solidFill>
          <a:uFillTx/>
          <a:latin typeface="Calibri"/>
        </a:defRPr>
      </a:lvl9pPr>
    </p:bodyStyle>
  </p:txStyles>
  <p:extLst>
    <p:ext uri="urn:com:collaboraoffice:names:experimental:ooxml:xmlns:coext:1.0">
      <coext:pageGuid xmlns:coext="urn:com:collaboraoffice:names:experimental:ooxml:xmlns:coext:1.0" val="{3F781D02-6025-4029-9658-BF24F694BB80}"/>
    </p:ext>
  </p:ext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6" name="Graphic 2"/>
          <p:cNvPicPr/>
          <p:nvPr/>
        </p:nvPicPr>
        <p:blipFill>
          <a:blip r:embed="rId2">
            <a:extLst>
              <a:ext uri="{96DAC541-7B7A-43D3-8B79-37D633B846F1}">
                <asvg:svgBlip xmlns:asvg="http://schemas.microsoft.com/office/drawing/2016/SVG/main" r:embed="rId3"/>
              </a:ext>
            </a:extLst>
          </a:blip>
          <a:stretch/>
        </p:blipFill>
        <p:spPr>
          <a:xfrm>
            <a:off x="779040" y="6096960"/>
            <a:ext cx="697320" cy="601200"/>
          </a:xfrm>
          <a:prstGeom prst="rect">
            <a:avLst/>
          </a:prstGeom>
          <a:noFill/>
          <a:ln w="0">
            <a:noFill/>
          </a:ln>
        </p:spPr>
      </p:pic>
      <p:sp>
        <p:nvSpPr>
          <p:cNvPr id="37" name="PlaceHolder 1"/>
          <p:cNvSpPr>
            <a:spLocks noGrp="1"/>
          </p:cNvSpPr>
          <p:nvPr>
            <p:ph type="ftr" idx="16"/>
          </p:nvPr>
        </p:nvSpPr>
        <p:spPr>
          <a:xfrm>
            <a:off x="4038480" y="6356520"/>
            <a:ext cx="4113360" cy="363600"/>
          </a:xfrm>
          <a:prstGeom prst="rect">
            <a:avLst/>
          </a:prstGeom>
          <a:noFill/>
          <a:ln w="0">
            <a:noFill/>
          </a:ln>
        </p:spPr>
        <p:txBody>
          <a:bodyPr lIns="90000" tIns="45000" rIns="90000" bIns="45000" anchor="ctr">
            <a:noAutofit/>
          </a:bodyPr>
          <a:lstStyle>
            <a:lvl1pPr indent="0" algn="ctr" defTabSz="914400">
              <a:lnSpc>
                <a:spcPct val="100000"/>
              </a:lnSpc>
              <a:buNone/>
              <a:tabLst>
                <a:tab pos="0" algn="l"/>
              </a:tabLst>
              <a:defRPr lang="en-US" sz="1400" b="0" u="none" strike="noStrike">
                <a:solidFill>
                  <a:srgbClr val="000000"/>
                </a:solidFill>
                <a:effectLst/>
                <a:uFillTx/>
                <a:latin typeface="Calibri"/>
              </a:defRPr>
            </a:lvl1pPr>
          </a:lstStyle>
          <a:p>
            <a:pPr indent="0" algn="ctr" defTabSz="914400">
              <a:lnSpc>
                <a:spcPct val="100000"/>
              </a:lnSpc>
              <a:buNone/>
              <a:tabLst>
                <a:tab pos="0" algn="l"/>
              </a:tabLst>
            </a:pPr>
            <a:r>
              <a:rPr lang="en-US" sz="1400" b="0" u="none" strike="noStrike">
                <a:solidFill>
                  <a:srgbClr val="000000"/>
                </a:solidFill>
                <a:effectLst/>
                <a:uFillTx/>
                <a:latin typeface="Calibri"/>
              </a:rPr>
              <a:t> </a:t>
            </a:r>
            <a:endParaRPr lang="es" sz="1400" b="0" u="none" strike="noStrike">
              <a:solidFill>
                <a:srgbClr val="000000"/>
              </a:solidFill>
              <a:effectLst/>
              <a:uFillTx/>
              <a:latin typeface="Calibri"/>
            </a:endParaRPr>
          </a:p>
        </p:txBody>
      </p:sp>
      <p:sp>
        <p:nvSpPr>
          <p:cNvPr id="38" name="PlaceHolder 2"/>
          <p:cNvSpPr>
            <a:spLocks noGrp="1"/>
          </p:cNvSpPr>
          <p:nvPr>
            <p:ph type="sldNum" idx="17"/>
          </p:nvPr>
        </p:nvSpPr>
        <p:spPr>
          <a:xfrm>
            <a:off x="10937160" y="6356520"/>
            <a:ext cx="415080" cy="363600"/>
          </a:xfrm>
          <a:prstGeom prst="rect">
            <a:avLst/>
          </a:prstGeom>
          <a:noFill/>
          <a:ln w="0">
            <a:noFill/>
          </a:ln>
        </p:spPr>
        <p:txBody>
          <a:bodyPr lIns="90000" tIns="45000" rIns="90000" bIns="45000" anchor="ctr">
            <a:noAutofit/>
          </a:bodyPr>
          <a:lstStyle>
            <a:lvl1pPr indent="0" algn="r" defTabSz="914400">
              <a:lnSpc>
                <a:spcPct val="100000"/>
              </a:lnSpc>
              <a:buNone/>
              <a:tabLst>
                <a:tab pos="0" algn="l"/>
              </a:tabLst>
              <a:defRPr lang="el-GR" sz="1200" b="0" u="none" strike="noStrike">
                <a:solidFill>
                  <a:schemeClr val="dk1">
                    <a:tint val="82000"/>
                  </a:schemeClr>
                </a:solidFill>
                <a:effectLst/>
                <a:uFillTx/>
                <a:latin typeface="Calibri"/>
              </a:defRPr>
            </a:lvl1pPr>
          </a:lstStyle>
          <a:p>
            <a:pPr indent="0" algn="r" defTabSz="914400">
              <a:lnSpc>
                <a:spcPct val="100000"/>
              </a:lnSpc>
              <a:buNone/>
              <a:tabLst>
                <a:tab pos="0" algn="l"/>
              </a:tabLst>
            </a:pPr>
            <a:fld id="{6667226D-4C82-4410-91B3-CBA68863B8D8}" type="slidenum">
              <a:rPr lang="el-GR" sz="1200" b="0" u="none" strike="noStrike">
                <a:solidFill>
                  <a:schemeClr val="dk1">
                    <a:tint val="82000"/>
                  </a:schemeClr>
                </a:solidFill>
                <a:effectLst/>
                <a:uFillTx/>
                <a:latin typeface="Calibri"/>
              </a:rPr>
              <a:t>1</a:t>
            </a:fld>
            <a:endParaRPr lang="es" sz="1200" b="0" u="none" strike="noStrike">
              <a:solidFill>
                <a:srgbClr val="000000"/>
              </a:solidFill>
              <a:effectLst/>
              <a:uFillTx/>
              <a:latin typeface="Calibri"/>
            </a:endParaRPr>
          </a:p>
        </p:txBody>
      </p:sp>
      <p:sp>
        <p:nvSpPr>
          <p:cNvPr id="39" name="PlaceHolder 3"/>
          <p:cNvSpPr>
            <a:spLocks noGrp="1"/>
          </p:cNvSpPr>
          <p:nvPr>
            <p:ph type="dt" idx="18"/>
          </p:nvPr>
        </p:nvSpPr>
        <p:spPr>
          <a:xfrm>
            <a:off x="2680920" y="6356520"/>
            <a:ext cx="898920" cy="363600"/>
          </a:xfrm>
          <a:prstGeom prst="rect">
            <a:avLst/>
          </a:prstGeom>
          <a:noFill/>
          <a:ln w="0">
            <a:noFill/>
          </a:ln>
        </p:spPr>
        <p:txBody>
          <a:bodyPr lIns="90000" tIns="45000" rIns="90000" bIns="45000" anchor="ctr">
            <a:noAutofit/>
          </a:bodyPr>
          <a:lstStyle>
            <a:lvl1pPr indent="0" algn="l">
              <a:buNone/>
              <a:defRPr lang="es" sz="1400" b="0" u="none" strike="noStrike">
                <a:solidFill>
                  <a:srgbClr val="000000"/>
                </a:solidFill>
                <a:effectLst/>
                <a:uFillTx/>
                <a:latin typeface="Calibri"/>
              </a:defRPr>
            </a:lvl1pPr>
          </a:lstStyle>
          <a:p>
            <a:pPr indent="0" algn="l">
              <a:buNone/>
            </a:pPr>
            <a:fld id="{F2FA9CC7-796F-46CC-93D7-A75474336BCC}" type="datetime">
              <a:rPr lang="es" sz="1400" b="0" u="none" strike="noStrike">
                <a:solidFill>
                  <a:srgbClr val="000000"/>
                </a:solidFill>
                <a:effectLst/>
                <a:uFillTx/>
                <a:latin typeface="Calibri"/>
              </a:rPr>
              <a:t> </a:t>
            </a:fld>
            <a:endParaRPr lang="es" sz="1400" b="0" u="none" strike="noStrike">
              <a:solidFill>
                <a:srgbClr val="000000"/>
              </a:solidFill>
              <a:effectLst/>
              <a:uFillTx/>
              <a:latin typeface="Calibri"/>
            </a:endParaRPr>
          </a:p>
        </p:txBody>
      </p:sp>
      <p:sp>
        <p:nvSpPr>
          <p:cNvPr id="40"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102000"/>
              </a:lnSpc>
              <a:buNone/>
              <a:tabLst>
                <a:tab pos="0" algn="l"/>
              </a:tabLst>
              <a:defRPr lang="de-DE" sz="1800" b="0" u="none" strike="noStrike">
                <a:solidFill>
                  <a:schemeClr val="dk1"/>
                </a:solidFill>
                <a:effectLst/>
                <a:uFillTx/>
                <a:latin typeface="Calibri"/>
              </a:defRPr>
            </a:lvl1pPr>
          </a:lstStyle>
          <a:p>
            <a:pPr indent="0" algn="l" defTabSz="914400">
              <a:lnSpc>
                <a:spcPct val="102000"/>
              </a:lnSpc>
              <a:buNone/>
              <a:tabLst>
                <a:tab pos="0" algn="l"/>
              </a:tabLst>
            </a:pPr>
            <a:r>
              <a:rPr lang="de-DE" sz="1800" b="0" u="none" strike="noStrike">
                <a:solidFill>
                  <a:schemeClr val="dk1"/>
                </a:solidFill>
                <a:effectLst/>
                <a:uFillTx/>
                <a:latin typeface="Calibri"/>
              </a:rPr>
              <a:t>Pulse para editar el formato del texto de título</a:t>
            </a:r>
            <a:endParaRPr lang="de-DE" sz="1800" b="0" u="none" strike="noStrike">
              <a:solidFill>
                <a:schemeClr val="dk1"/>
              </a:solidFill>
              <a:effectLst/>
              <a:uFillTx/>
              <a:latin typeface="Calibri"/>
            </a:endParaRPr>
          </a:p>
        </p:txBody>
      </p:sp>
      <p:sp>
        <p:nvSpPr>
          <p:cNvPr id="41"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102000"/>
              </a:lnSpc>
              <a:spcBef>
                <a:spcPts val="1417"/>
              </a:spcBef>
              <a:buClr>
                <a:srgbClr val="000000"/>
              </a:buClr>
              <a:buSzPct val="45000"/>
              <a:buFont typeface="Wingdings" charset="2"/>
              <a:buChar char=""/>
              <a:defRPr lang="de-DE" sz="2800" b="0" u="none" strike="noStrike">
                <a:solidFill>
                  <a:schemeClr val="dk1"/>
                </a:solidFill>
                <a:effectLst/>
                <a:uFillTx/>
                <a:latin typeface="Calibri"/>
              </a:defRPr>
            </a:lvl1pPr>
            <a:lvl2pPr lvl="1" algn="l" defTabSz="914400">
              <a:lnSpc>
                <a:spcPct val="102000"/>
              </a:lnSpc>
              <a:spcBef>
                <a:spcPts val="1134"/>
              </a:spcBef>
              <a:buClr>
                <a:srgbClr val="000000"/>
              </a:buClr>
              <a:buSzPct val="75000"/>
              <a:buFont typeface="Symbol" charset="2"/>
              <a:buChar char=""/>
              <a:defRPr lang="de-DE" sz="2000" b="0" u="none" strike="noStrike">
                <a:solidFill>
                  <a:schemeClr val="dk1"/>
                </a:solidFill>
                <a:effectLst/>
                <a:uFillTx/>
                <a:latin typeface="Calibri"/>
              </a:defRPr>
            </a:lvl2pPr>
            <a:lvl3pPr lvl="2" algn="l" defTabSz="914400">
              <a:lnSpc>
                <a:spcPct val="102000"/>
              </a:lnSpc>
              <a:spcBef>
                <a:spcPts val="850"/>
              </a:spcBef>
              <a:buClr>
                <a:srgbClr val="000000"/>
              </a:buClr>
              <a:buSzPct val="45000"/>
              <a:buFont typeface="Wingdings" charset="2"/>
              <a:buChar char=""/>
              <a:defRPr lang="de-DE" sz="1800" b="0" u="none" strike="noStrike">
                <a:solidFill>
                  <a:schemeClr val="dk1"/>
                </a:solidFill>
                <a:effectLst/>
                <a:uFillTx/>
                <a:latin typeface="Calibri"/>
              </a:defRPr>
            </a:lvl3pPr>
            <a:lvl4pPr lvl="3" algn="l" defTabSz="914400">
              <a:lnSpc>
                <a:spcPct val="102000"/>
              </a:lnSpc>
              <a:spcBef>
                <a:spcPts val="567"/>
              </a:spcBef>
              <a:buClr>
                <a:srgbClr val="000000"/>
              </a:buClr>
              <a:buSzPct val="75000"/>
              <a:buFont typeface="Symbol" charset="2"/>
              <a:buChar char=""/>
              <a:defRPr lang="de-DE" sz="1800" b="0" u="none" strike="noStrike">
                <a:solidFill>
                  <a:schemeClr val="dk1"/>
                </a:solidFill>
                <a:effectLst/>
                <a:uFillTx/>
                <a:latin typeface="Calibri"/>
              </a:defRPr>
            </a:lvl4pPr>
            <a:lvl5pPr lvl="4"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5pPr>
            <a:lvl6pPr lvl="5"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6pPr>
            <a:lvl7pPr lvl="6"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7pPr>
          </a:lstStyle>
          <a:p>
            <a:pPr marL="228600" indent="-228600" algn="l" defTabSz="914400">
              <a:lnSpc>
                <a:spcPct val="102000"/>
              </a:lnSpc>
              <a:spcBef>
                <a:spcPts val="1417"/>
              </a:spcBef>
              <a:buClr>
                <a:srgbClr val="000000"/>
              </a:buClr>
              <a:buSzPct val="45000"/>
              <a:buFont typeface="Wingdings" charset="2"/>
              <a:buChar char=""/>
            </a:pPr>
            <a:r>
              <a:rPr lang="de-DE" sz="2800" b="0" u="none" strike="noStrike">
                <a:solidFill>
                  <a:schemeClr val="dk1"/>
                </a:solidFill>
                <a:effectLst/>
                <a:uFillTx/>
                <a:latin typeface="Calibri"/>
              </a:rPr>
              <a:t>Pulse para editar el formato de texto del esquema</a:t>
            </a:r>
            <a:endParaRPr lang="de-DE" sz="2800" b="0" u="none" strike="noStrike">
              <a:solidFill>
                <a:schemeClr val="dk1"/>
              </a:solidFill>
              <a:effectLst/>
              <a:uFillTx/>
              <a:latin typeface="Calibri"/>
            </a:endParaRPr>
          </a:p>
          <a:p>
            <a:pPr marL="864000" lvl="1" indent="-324000" algn="l" defTabSz="914400">
              <a:lnSpc>
                <a:spcPct val="102000"/>
              </a:lnSpc>
              <a:spcBef>
                <a:spcPts val="1134"/>
              </a:spcBef>
              <a:buClr>
                <a:srgbClr val="000000"/>
              </a:buClr>
              <a:buSzPct val="75000"/>
              <a:buFont typeface="Symbol" charset="2"/>
              <a:buChar char=""/>
            </a:pPr>
            <a:r>
              <a:rPr lang="de-DE" sz="2000" b="0" u="none" strike="noStrike">
                <a:solidFill>
                  <a:schemeClr val="dk1"/>
                </a:solidFill>
                <a:effectLst/>
                <a:uFillTx/>
                <a:latin typeface="Calibri"/>
              </a:rPr>
              <a:t>Segundo nivel del esquema</a:t>
            </a:r>
            <a:endParaRPr lang="de-DE" sz="2000" b="0" u="none" strike="noStrike">
              <a:solidFill>
                <a:schemeClr val="dk1"/>
              </a:solidFill>
              <a:effectLst/>
              <a:uFillTx/>
              <a:latin typeface="Calibri"/>
            </a:endParaRPr>
          </a:p>
          <a:p>
            <a:pPr marL="1296000" lvl="2" indent="-288000" algn="l" defTabSz="914400">
              <a:lnSpc>
                <a:spcPct val="102000"/>
              </a:lnSpc>
              <a:spcBef>
                <a:spcPts val="850"/>
              </a:spcBef>
              <a:buClr>
                <a:srgbClr val="000000"/>
              </a:buClr>
              <a:buSzPct val="45000"/>
              <a:buFont typeface="Wingdings" charset="2"/>
              <a:buChar char=""/>
            </a:pPr>
            <a:r>
              <a:rPr lang="de-DE" sz="1800" b="0" u="none" strike="noStrike">
                <a:solidFill>
                  <a:schemeClr val="dk1"/>
                </a:solidFill>
                <a:effectLst/>
                <a:uFillTx/>
                <a:latin typeface="Calibri"/>
              </a:rPr>
              <a:t>Tercer nivel del esquema</a:t>
            </a:r>
            <a:endParaRPr lang="de-DE" sz="1800" b="0" u="none" strike="noStrike">
              <a:solidFill>
                <a:schemeClr val="dk1"/>
              </a:solidFill>
              <a:effectLst/>
              <a:uFillTx/>
              <a:latin typeface="Calibri"/>
            </a:endParaRPr>
          </a:p>
          <a:p>
            <a:pPr marL="1728000" lvl="3" indent="-216000" algn="l" defTabSz="914400">
              <a:lnSpc>
                <a:spcPct val="102000"/>
              </a:lnSpc>
              <a:spcBef>
                <a:spcPts val="567"/>
              </a:spcBef>
              <a:buClr>
                <a:srgbClr val="000000"/>
              </a:buClr>
              <a:buSzPct val="75000"/>
              <a:buFont typeface="Symbol" charset="2"/>
              <a:buChar char=""/>
            </a:pPr>
            <a:r>
              <a:rPr lang="de-DE" sz="1800" b="0" u="none" strike="noStrike">
                <a:solidFill>
                  <a:schemeClr val="dk1"/>
                </a:solidFill>
                <a:effectLst/>
                <a:uFillTx/>
                <a:latin typeface="Calibri"/>
              </a:rPr>
              <a:t>Cuarto nivel del esquema</a:t>
            </a:r>
            <a:endParaRPr lang="de-DE" sz="1800" b="0" u="none" strike="noStrike">
              <a:solidFill>
                <a:schemeClr val="dk1"/>
              </a:solidFill>
              <a:effectLst/>
              <a:uFillTx/>
              <a:latin typeface="Calibri"/>
            </a:endParaRPr>
          </a:p>
          <a:p>
            <a:pPr marL="2160000" lvl="4"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Quinto nivel del esquema</a:t>
            </a:r>
            <a:endParaRPr lang="de-DE" sz="2000" b="0" u="none" strike="noStrike">
              <a:solidFill>
                <a:schemeClr val="dk1"/>
              </a:solidFill>
              <a:effectLst/>
              <a:uFillTx/>
              <a:latin typeface="Calibri"/>
            </a:endParaRPr>
          </a:p>
          <a:p>
            <a:pPr marL="2592000" lvl="5"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Sexto nivel del esquema</a:t>
            </a:r>
            <a:endParaRPr lang="de-DE" sz="2000" b="0" u="none" strike="noStrike">
              <a:solidFill>
                <a:schemeClr val="dk1"/>
              </a:solidFill>
              <a:effectLst/>
              <a:uFillTx/>
              <a:latin typeface="Calibri"/>
            </a:endParaRPr>
          </a:p>
          <a:p>
            <a:pPr marL="3024000" lvl="6"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Séptimo nivel del esquema</a:t>
            </a:r>
            <a:endParaRPr lang="de-DE"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59" r:id="rId4"/>
  </p:sldLayoutIdLst>
  <p:txStyles>
    <p:titleStyle>
      <a:lvl1pPr>
        <a:defRPr lang="de-DE" sz="1800" b="0" u="none" strike="noStrike">
          <a:solidFill>
            <a:schemeClr val="dk1"/>
          </a:solidFill>
          <a:uFillTx/>
          <a:latin typeface="Calibri"/>
        </a:defRPr>
      </a:lvl1pPr>
    </p:titleStyle>
    <p:bodyStyle>
      <a:lvl1pPr>
        <a:defRPr lang="de-DE" sz="2800" b="0" u="none" strike="noStrike">
          <a:solidFill>
            <a:schemeClr val="dk1"/>
          </a:solidFill>
          <a:uFillTx/>
          <a:latin typeface="Calibri"/>
        </a:defRPr>
      </a:lvl1pPr>
      <a:lvl2pPr>
        <a:defRPr lang="de-DE" sz="2000" b="0" u="none" strike="noStrike">
          <a:solidFill>
            <a:schemeClr val="dk1"/>
          </a:solidFill>
          <a:uFillTx/>
          <a:latin typeface="Calibri"/>
        </a:defRPr>
      </a:lvl2pPr>
      <a:lvl3pPr>
        <a:defRPr lang="de-DE" sz="1800" b="0" u="none" strike="noStrike">
          <a:solidFill>
            <a:schemeClr val="dk1"/>
          </a:solidFill>
          <a:uFillTx/>
          <a:latin typeface="Calibri"/>
        </a:defRPr>
      </a:lvl3pPr>
      <a:lvl4pPr>
        <a:defRPr lang="de-DE" sz="1800" b="0" u="none" strike="noStrike">
          <a:solidFill>
            <a:schemeClr val="dk1"/>
          </a:solidFill>
          <a:uFillTx/>
          <a:latin typeface="Calibri"/>
        </a:defRPr>
      </a:lvl4pPr>
      <a:lvl5pPr>
        <a:defRPr lang="de-DE" sz="2000" b="0" u="none" strike="noStrike">
          <a:solidFill>
            <a:schemeClr val="dk1"/>
          </a:solidFill>
          <a:uFillTx/>
          <a:latin typeface="Calibri"/>
        </a:defRPr>
      </a:lvl5pPr>
      <a:lvl6pPr>
        <a:defRPr lang="de-DE" sz="2000" b="0" u="none" strike="noStrike">
          <a:solidFill>
            <a:schemeClr val="dk1"/>
          </a:solidFill>
          <a:uFillTx/>
          <a:latin typeface="Calibri"/>
        </a:defRPr>
      </a:lvl6pPr>
      <a:lvl7pPr>
        <a:defRPr lang="de-DE" sz="2000" b="0" u="none" strike="noStrike">
          <a:solidFill>
            <a:schemeClr val="dk1"/>
          </a:solidFill>
          <a:uFillTx/>
          <a:latin typeface="Calibri"/>
        </a:defRPr>
      </a:lvl7pPr>
      <a:lvl8pPr>
        <a:defRPr lang="de-DE" sz="2000" b="0" u="none" strike="noStrike">
          <a:solidFill>
            <a:schemeClr val="dk1"/>
          </a:solidFill>
          <a:uFillTx/>
          <a:latin typeface="Calibri"/>
        </a:defRPr>
      </a:lvl8pPr>
      <a:lvl9pPr>
        <a:defRPr lang="de-DE" sz="2000" b="0" u="none" strike="noStrike">
          <a:solidFill>
            <a:schemeClr val="dk1"/>
          </a:solidFill>
          <a:uFillTx/>
          <a:latin typeface="Calibri"/>
        </a:defRPr>
      </a:lvl9pPr>
    </p:bodyStyle>
  </p:txStyles>
  <p:extLst>
    <p:ext uri="urn:com:collaboraoffice:names:experimental:ooxml:xmlns:coext:1.0">
      <coext:pageGuid xmlns:coext="urn:com:collaboraoffice:names:experimental:ooxml:xmlns:coext:1.0" val="{7ECC5125-EF83-40E3-8421-597C71BFC4F8}"/>
    </p:ext>
  </p:ext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2" name="Graphic 2"/>
          <p:cNvPicPr/>
          <p:nvPr/>
        </p:nvPicPr>
        <p:blipFill>
          <a:blip r:embed="rId2">
            <a:extLst>
              <a:ext uri="{96DAC541-7B7A-43D3-8B79-37D633B846F1}">
                <asvg:svgBlip xmlns:asvg="http://schemas.microsoft.com/office/drawing/2016/SVG/main" r:embed="rId3"/>
              </a:ext>
            </a:extLst>
          </a:blip>
          <a:stretch/>
        </p:blipFill>
        <p:spPr>
          <a:xfrm>
            <a:off x="779040" y="6096960"/>
            <a:ext cx="697320" cy="601200"/>
          </a:xfrm>
          <a:prstGeom prst="rect">
            <a:avLst/>
          </a:prstGeom>
          <a:noFill/>
          <a:ln w="0">
            <a:noFill/>
          </a:ln>
        </p:spPr>
      </p:pic>
      <p:sp>
        <p:nvSpPr>
          <p:cNvPr id="43" name="PlaceHolder 1"/>
          <p:cNvSpPr>
            <a:spLocks noGrp="1"/>
          </p:cNvSpPr>
          <p:nvPr>
            <p:ph type="ftr" idx="19"/>
          </p:nvPr>
        </p:nvSpPr>
        <p:spPr>
          <a:xfrm>
            <a:off x="4038480" y="6356520"/>
            <a:ext cx="4113360" cy="363600"/>
          </a:xfrm>
          <a:prstGeom prst="rect">
            <a:avLst/>
          </a:prstGeom>
          <a:noFill/>
          <a:ln w="0">
            <a:noFill/>
          </a:ln>
        </p:spPr>
        <p:txBody>
          <a:bodyPr lIns="90000" tIns="45000" rIns="90000" bIns="45000" anchor="ctr">
            <a:noAutofit/>
          </a:bodyPr>
          <a:lstStyle>
            <a:lvl1pPr indent="0" algn="ctr" defTabSz="914400">
              <a:lnSpc>
                <a:spcPct val="100000"/>
              </a:lnSpc>
              <a:buNone/>
              <a:tabLst>
                <a:tab pos="0" algn="l"/>
              </a:tabLst>
              <a:defRPr lang="en-US" sz="1400" b="0" u="none" strike="noStrike">
                <a:solidFill>
                  <a:srgbClr val="000000"/>
                </a:solidFill>
                <a:effectLst/>
                <a:uFillTx/>
                <a:latin typeface="Calibri"/>
              </a:defRPr>
            </a:lvl1pPr>
          </a:lstStyle>
          <a:p>
            <a:pPr indent="0" algn="ctr" defTabSz="914400">
              <a:lnSpc>
                <a:spcPct val="100000"/>
              </a:lnSpc>
              <a:buNone/>
              <a:tabLst>
                <a:tab pos="0" algn="l"/>
              </a:tabLst>
            </a:pPr>
            <a:r>
              <a:rPr lang="en-US" sz="1400" b="0" u="none" strike="noStrike">
                <a:solidFill>
                  <a:srgbClr val="000000"/>
                </a:solidFill>
                <a:effectLst/>
                <a:uFillTx/>
                <a:latin typeface="Calibri"/>
              </a:rPr>
              <a:t> </a:t>
            </a:r>
            <a:endParaRPr lang="es" sz="1400" b="0" u="none" strike="noStrike">
              <a:solidFill>
                <a:srgbClr val="000000"/>
              </a:solidFill>
              <a:effectLst/>
              <a:uFillTx/>
              <a:latin typeface="Calibri"/>
            </a:endParaRPr>
          </a:p>
        </p:txBody>
      </p:sp>
      <p:sp>
        <p:nvSpPr>
          <p:cNvPr id="44" name="PlaceHolder 2"/>
          <p:cNvSpPr>
            <a:spLocks noGrp="1"/>
          </p:cNvSpPr>
          <p:nvPr>
            <p:ph type="sldNum" idx="20"/>
          </p:nvPr>
        </p:nvSpPr>
        <p:spPr>
          <a:xfrm>
            <a:off x="10937160" y="6356520"/>
            <a:ext cx="415080" cy="363600"/>
          </a:xfrm>
          <a:prstGeom prst="rect">
            <a:avLst/>
          </a:prstGeom>
          <a:noFill/>
          <a:ln w="0">
            <a:noFill/>
          </a:ln>
        </p:spPr>
        <p:txBody>
          <a:bodyPr lIns="90000" tIns="45000" rIns="90000" bIns="45000" anchor="ctr">
            <a:noAutofit/>
          </a:bodyPr>
          <a:lstStyle>
            <a:lvl1pPr indent="0" algn="r" defTabSz="914400">
              <a:lnSpc>
                <a:spcPct val="100000"/>
              </a:lnSpc>
              <a:buNone/>
              <a:tabLst>
                <a:tab pos="0" algn="l"/>
              </a:tabLst>
              <a:defRPr lang="el-GR" sz="1200" b="0" u="none" strike="noStrike">
                <a:solidFill>
                  <a:schemeClr val="dk1">
                    <a:tint val="82000"/>
                  </a:schemeClr>
                </a:solidFill>
                <a:effectLst/>
                <a:uFillTx/>
                <a:latin typeface="Calibri"/>
              </a:defRPr>
            </a:lvl1pPr>
          </a:lstStyle>
          <a:p>
            <a:pPr indent="0" algn="r" defTabSz="914400">
              <a:lnSpc>
                <a:spcPct val="100000"/>
              </a:lnSpc>
              <a:buNone/>
              <a:tabLst>
                <a:tab pos="0" algn="l"/>
              </a:tabLst>
            </a:pPr>
            <a:fld id="{912C3020-8ED0-4299-9951-54B2D654AF7A}" type="slidenum">
              <a:rPr lang="el-GR" sz="1200" b="0" u="none" strike="noStrike">
                <a:solidFill>
                  <a:schemeClr val="dk1">
                    <a:tint val="82000"/>
                  </a:schemeClr>
                </a:solidFill>
                <a:effectLst/>
                <a:uFillTx/>
                <a:latin typeface="Calibri"/>
              </a:rPr>
              <a:t>1</a:t>
            </a:fld>
            <a:endParaRPr lang="es" sz="1200" b="0" u="none" strike="noStrike">
              <a:solidFill>
                <a:srgbClr val="000000"/>
              </a:solidFill>
              <a:effectLst/>
              <a:uFillTx/>
              <a:latin typeface="Calibri"/>
            </a:endParaRPr>
          </a:p>
        </p:txBody>
      </p:sp>
      <p:sp>
        <p:nvSpPr>
          <p:cNvPr id="45" name="PlaceHolder 3"/>
          <p:cNvSpPr>
            <a:spLocks noGrp="1"/>
          </p:cNvSpPr>
          <p:nvPr>
            <p:ph type="dt" idx="21"/>
          </p:nvPr>
        </p:nvSpPr>
        <p:spPr>
          <a:xfrm>
            <a:off x="2680920" y="6356520"/>
            <a:ext cx="898920" cy="363600"/>
          </a:xfrm>
          <a:prstGeom prst="rect">
            <a:avLst/>
          </a:prstGeom>
          <a:noFill/>
          <a:ln w="0">
            <a:noFill/>
          </a:ln>
        </p:spPr>
        <p:txBody>
          <a:bodyPr lIns="90000" tIns="45000" rIns="90000" bIns="45000" anchor="ctr">
            <a:noAutofit/>
          </a:bodyPr>
          <a:lstStyle>
            <a:lvl1pPr indent="0" algn="l">
              <a:buNone/>
              <a:defRPr lang="es" sz="1400" b="0" u="none" strike="noStrike">
                <a:solidFill>
                  <a:srgbClr val="000000"/>
                </a:solidFill>
                <a:effectLst/>
                <a:uFillTx/>
                <a:latin typeface="Calibri"/>
              </a:defRPr>
            </a:lvl1pPr>
          </a:lstStyle>
          <a:p>
            <a:pPr indent="0" algn="l">
              <a:buNone/>
            </a:pPr>
            <a:fld id="{05DAF7CC-5B4D-450E-AF01-E58F1F3D7BF7}" type="datetime">
              <a:rPr lang="es" sz="1400" b="0" u="none" strike="noStrike">
                <a:solidFill>
                  <a:srgbClr val="000000"/>
                </a:solidFill>
                <a:effectLst/>
                <a:uFillTx/>
                <a:latin typeface="Calibri"/>
              </a:rPr>
              <a:t> </a:t>
            </a:fld>
            <a:endParaRPr lang="es" sz="1400" b="0" u="none" strike="noStrike">
              <a:solidFill>
                <a:srgbClr val="000000"/>
              </a:solidFill>
              <a:effectLst/>
              <a:uFillTx/>
              <a:latin typeface="Calibri"/>
            </a:endParaRPr>
          </a:p>
        </p:txBody>
      </p:sp>
      <p:sp>
        <p:nvSpPr>
          <p:cNvPr id="46"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102000"/>
              </a:lnSpc>
              <a:buNone/>
              <a:tabLst>
                <a:tab pos="0" algn="l"/>
              </a:tabLst>
              <a:defRPr lang="de-DE" sz="1800" b="0" u="none" strike="noStrike">
                <a:solidFill>
                  <a:schemeClr val="dk1"/>
                </a:solidFill>
                <a:effectLst/>
                <a:uFillTx/>
                <a:latin typeface="Calibri"/>
              </a:defRPr>
            </a:lvl1pPr>
          </a:lstStyle>
          <a:p>
            <a:pPr indent="0" algn="l" defTabSz="914400">
              <a:lnSpc>
                <a:spcPct val="102000"/>
              </a:lnSpc>
              <a:buNone/>
              <a:tabLst>
                <a:tab pos="0" algn="l"/>
              </a:tabLst>
            </a:pPr>
            <a:r>
              <a:rPr lang="de-DE" sz="1800" b="0" u="none" strike="noStrike">
                <a:solidFill>
                  <a:schemeClr val="dk1"/>
                </a:solidFill>
                <a:effectLst/>
                <a:uFillTx/>
                <a:latin typeface="Calibri"/>
              </a:rPr>
              <a:t>Pulse para editar el formato del texto de título</a:t>
            </a:r>
            <a:endParaRPr lang="de-DE" sz="1800" b="0" u="none" strike="noStrike">
              <a:solidFill>
                <a:schemeClr val="dk1"/>
              </a:solidFill>
              <a:effectLst/>
              <a:uFillTx/>
              <a:latin typeface="Calibri"/>
            </a:endParaRPr>
          </a:p>
        </p:txBody>
      </p:sp>
      <p:sp>
        <p:nvSpPr>
          <p:cNvPr id="47"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102000"/>
              </a:lnSpc>
              <a:spcBef>
                <a:spcPts val="1417"/>
              </a:spcBef>
              <a:buClr>
                <a:srgbClr val="000000"/>
              </a:buClr>
              <a:buSzPct val="45000"/>
              <a:buFont typeface="Wingdings" charset="2"/>
              <a:buChar char=""/>
              <a:defRPr lang="de-DE" sz="2800" b="0" u="none" strike="noStrike">
                <a:solidFill>
                  <a:schemeClr val="dk1"/>
                </a:solidFill>
                <a:effectLst/>
                <a:uFillTx/>
                <a:latin typeface="Calibri"/>
              </a:defRPr>
            </a:lvl1pPr>
            <a:lvl2pPr lvl="1" algn="l" defTabSz="914400">
              <a:lnSpc>
                <a:spcPct val="102000"/>
              </a:lnSpc>
              <a:spcBef>
                <a:spcPts val="1134"/>
              </a:spcBef>
              <a:buClr>
                <a:srgbClr val="000000"/>
              </a:buClr>
              <a:buSzPct val="75000"/>
              <a:buFont typeface="Symbol" charset="2"/>
              <a:buChar char=""/>
              <a:defRPr lang="de-DE" sz="2000" b="0" u="none" strike="noStrike">
                <a:solidFill>
                  <a:schemeClr val="dk1"/>
                </a:solidFill>
                <a:effectLst/>
                <a:uFillTx/>
                <a:latin typeface="Calibri"/>
              </a:defRPr>
            </a:lvl2pPr>
            <a:lvl3pPr lvl="2" algn="l" defTabSz="914400">
              <a:lnSpc>
                <a:spcPct val="102000"/>
              </a:lnSpc>
              <a:spcBef>
                <a:spcPts val="850"/>
              </a:spcBef>
              <a:buClr>
                <a:srgbClr val="000000"/>
              </a:buClr>
              <a:buSzPct val="45000"/>
              <a:buFont typeface="Wingdings" charset="2"/>
              <a:buChar char=""/>
              <a:defRPr lang="de-DE" sz="1800" b="0" u="none" strike="noStrike">
                <a:solidFill>
                  <a:schemeClr val="dk1"/>
                </a:solidFill>
                <a:effectLst/>
                <a:uFillTx/>
                <a:latin typeface="Calibri"/>
              </a:defRPr>
            </a:lvl3pPr>
            <a:lvl4pPr lvl="3" algn="l" defTabSz="914400">
              <a:lnSpc>
                <a:spcPct val="102000"/>
              </a:lnSpc>
              <a:spcBef>
                <a:spcPts val="567"/>
              </a:spcBef>
              <a:buClr>
                <a:srgbClr val="000000"/>
              </a:buClr>
              <a:buSzPct val="75000"/>
              <a:buFont typeface="Symbol" charset="2"/>
              <a:buChar char=""/>
              <a:defRPr lang="de-DE" sz="1800" b="0" u="none" strike="noStrike">
                <a:solidFill>
                  <a:schemeClr val="dk1"/>
                </a:solidFill>
                <a:effectLst/>
                <a:uFillTx/>
                <a:latin typeface="Calibri"/>
              </a:defRPr>
            </a:lvl4pPr>
            <a:lvl5pPr lvl="4"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5pPr>
            <a:lvl6pPr lvl="5"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6pPr>
            <a:lvl7pPr lvl="6"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7pPr>
          </a:lstStyle>
          <a:p>
            <a:pPr marL="228600" indent="-228600" algn="l" defTabSz="914400">
              <a:lnSpc>
                <a:spcPct val="102000"/>
              </a:lnSpc>
              <a:spcBef>
                <a:spcPts val="1417"/>
              </a:spcBef>
              <a:buClr>
                <a:srgbClr val="000000"/>
              </a:buClr>
              <a:buSzPct val="45000"/>
              <a:buFont typeface="Wingdings" charset="2"/>
              <a:buChar char=""/>
            </a:pPr>
            <a:r>
              <a:rPr lang="de-DE" sz="2800" b="0" u="none" strike="noStrike">
                <a:solidFill>
                  <a:schemeClr val="dk1"/>
                </a:solidFill>
                <a:effectLst/>
                <a:uFillTx/>
                <a:latin typeface="Calibri"/>
              </a:rPr>
              <a:t>Pulse para editar el formato de texto del esquema</a:t>
            </a:r>
            <a:endParaRPr lang="de-DE" sz="2800" b="0" u="none" strike="noStrike">
              <a:solidFill>
                <a:schemeClr val="dk1"/>
              </a:solidFill>
              <a:effectLst/>
              <a:uFillTx/>
              <a:latin typeface="Calibri"/>
            </a:endParaRPr>
          </a:p>
          <a:p>
            <a:pPr marL="864000" lvl="1" indent="-324000" algn="l" defTabSz="914400">
              <a:lnSpc>
                <a:spcPct val="102000"/>
              </a:lnSpc>
              <a:spcBef>
                <a:spcPts val="1134"/>
              </a:spcBef>
              <a:buClr>
                <a:srgbClr val="000000"/>
              </a:buClr>
              <a:buSzPct val="75000"/>
              <a:buFont typeface="Symbol" charset="2"/>
              <a:buChar char=""/>
            </a:pPr>
            <a:r>
              <a:rPr lang="de-DE" sz="2000" b="0" u="none" strike="noStrike">
                <a:solidFill>
                  <a:schemeClr val="dk1"/>
                </a:solidFill>
                <a:effectLst/>
                <a:uFillTx/>
                <a:latin typeface="Calibri"/>
              </a:rPr>
              <a:t>Segundo nivel del esquema</a:t>
            </a:r>
            <a:endParaRPr lang="de-DE" sz="2000" b="0" u="none" strike="noStrike">
              <a:solidFill>
                <a:schemeClr val="dk1"/>
              </a:solidFill>
              <a:effectLst/>
              <a:uFillTx/>
              <a:latin typeface="Calibri"/>
            </a:endParaRPr>
          </a:p>
          <a:p>
            <a:pPr marL="1296000" lvl="2" indent="-288000" algn="l" defTabSz="914400">
              <a:lnSpc>
                <a:spcPct val="102000"/>
              </a:lnSpc>
              <a:spcBef>
                <a:spcPts val="850"/>
              </a:spcBef>
              <a:buClr>
                <a:srgbClr val="000000"/>
              </a:buClr>
              <a:buSzPct val="45000"/>
              <a:buFont typeface="Wingdings" charset="2"/>
              <a:buChar char=""/>
            </a:pPr>
            <a:r>
              <a:rPr lang="de-DE" sz="1800" b="0" u="none" strike="noStrike">
                <a:solidFill>
                  <a:schemeClr val="dk1"/>
                </a:solidFill>
                <a:effectLst/>
                <a:uFillTx/>
                <a:latin typeface="Calibri"/>
              </a:rPr>
              <a:t>Tercer nivel del esquema</a:t>
            </a:r>
            <a:endParaRPr lang="de-DE" sz="1800" b="0" u="none" strike="noStrike">
              <a:solidFill>
                <a:schemeClr val="dk1"/>
              </a:solidFill>
              <a:effectLst/>
              <a:uFillTx/>
              <a:latin typeface="Calibri"/>
            </a:endParaRPr>
          </a:p>
          <a:p>
            <a:pPr marL="1728000" lvl="3" indent="-216000" algn="l" defTabSz="914400">
              <a:lnSpc>
                <a:spcPct val="102000"/>
              </a:lnSpc>
              <a:spcBef>
                <a:spcPts val="567"/>
              </a:spcBef>
              <a:buClr>
                <a:srgbClr val="000000"/>
              </a:buClr>
              <a:buSzPct val="75000"/>
              <a:buFont typeface="Symbol" charset="2"/>
              <a:buChar char=""/>
            </a:pPr>
            <a:r>
              <a:rPr lang="de-DE" sz="1800" b="0" u="none" strike="noStrike">
                <a:solidFill>
                  <a:schemeClr val="dk1"/>
                </a:solidFill>
                <a:effectLst/>
                <a:uFillTx/>
                <a:latin typeface="Calibri"/>
              </a:rPr>
              <a:t>Cuarto nivel del esquema</a:t>
            </a:r>
            <a:endParaRPr lang="de-DE" sz="1800" b="0" u="none" strike="noStrike">
              <a:solidFill>
                <a:schemeClr val="dk1"/>
              </a:solidFill>
              <a:effectLst/>
              <a:uFillTx/>
              <a:latin typeface="Calibri"/>
            </a:endParaRPr>
          </a:p>
          <a:p>
            <a:pPr marL="2160000" lvl="4"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Quinto nivel del esquema</a:t>
            </a:r>
            <a:endParaRPr lang="de-DE" sz="2000" b="0" u="none" strike="noStrike">
              <a:solidFill>
                <a:schemeClr val="dk1"/>
              </a:solidFill>
              <a:effectLst/>
              <a:uFillTx/>
              <a:latin typeface="Calibri"/>
            </a:endParaRPr>
          </a:p>
          <a:p>
            <a:pPr marL="2592000" lvl="5"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Sexto nivel del esquema</a:t>
            </a:r>
            <a:endParaRPr lang="de-DE" sz="2000" b="0" u="none" strike="noStrike">
              <a:solidFill>
                <a:schemeClr val="dk1"/>
              </a:solidFill>
              <a:effectLst/>
              <a:uFillTx/>
              <a:latin typeface="Calibri"/>
            </a:endParaRPr>
          </a:p>
          <a:p>
            <a:pPr marL="3024000" lvl="6"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Séptimo nivel del esquema</a:t>
            </a:r>
            <a:endParaRPr lang="de-DE"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61" r:id="rId4"/>
  </p:sldLayoutIdLst>
  <p:txStyles>
    <p:titleStyle>
      <a:lvl1pPr>
        <a:defRPr lang="de-DE" sz="1800" b="0" u="none" strike="noStrike">
          <a:solidFill>
            <a:schemeClr val="dk1"/>
          </a:solidFill>
          <a:uFillTx/>
          <a:latin typeface="Calibri"/>
        </a:defRPr>
      </a:lvl1pPr>
    </p:titleStyle>
    <p:bodyStyle>
      <a:lvl1pPr>
        <a:defRPr lang="de-DE" sz="2800" b="0" u="none" strike="noStrike">
          <a:solidFill>
            <a:schemeClr val="dk1"/>
          </a:solidFill>
          <a:uFillTx/>
          <a:latin typeface="Calibri"/>
        </a:defRPr>
      </a:lvl1pPr>
      <a:lvl2pPr>
        <a:defRPr lang="de-DE" sz="2000" b="0" u="none" strike="noStrike">
          <a:solidFill>
            <a:schemeClr val="dk1"/>
          </a:solidFill>
          <a:uFillTx/>
          <a:latin typeface="Calibri"/>
        </a:defRPr>
      </a:lvl2pPr>
      <a:lvl3pPr>
        <a:defRPr lang="de-DE" sz="1800" b="0" u="none" strike="noStrike">
          <a:solidFill>
            <a:schemeClr val="dk1"/>
          </a:solidFill>
          <a:uFillTx/>
          <a:latin typeface="Calibri"/>
        </a:defRPr>
      </a:lvl3pPr>
      <a:lvl4pPr>
        <a:defRPr lang="de-DE" sz="1800" b="0" u="none" strike="noStrike">
          <a:solidFill>
            <a:schemeClr val="dk1"/>
          </a:solidFill>
          <a:uFillTx/>
          <a:latin typeface="Calibri"/>
        </a:defRPr>
      </a:lvl4pPr>
      <a:lvl5pPr>
        <a:defRPr lang="de-DE" sz="2000" b="0" u="none" strike="noStrike">
          <a:solidFill>
            <a:schemeClr val="dk1"/>
          </a:solidFill>
          <a:uFillTx/>
          <a:latin typeface="Calibri"/>
        </a:defRPr>
      </a:lvl5pPr>
      <a:lvl6pPr>
        <a:defRPr lang="de-DE" sz="2000" b="0" u="none" strike="noStrike">
          <a:solidFill>
            <a:schemeClr val="dk1"/>
          </a:solidFill>
          <a:uFillTx/>
          <a:latin typeface="Calibri"/>
        </a:defRPr>
      </a:lvl6pPr>
      <a:lvl7pPr>
        <a:defRPr lang="de-DE" sz="2000" b="0" u="none" strike="noStrike">
          <a:solidFill>
            <a:schemeClr val="dk1"/>
          </a:solidFill>
          <a:uFillTx/>
          <a:latin typeface="Calibri"/>
        </a:defRPr>
      </a:lvl7pPr>
      <a:lvl8pPr>
        <a:defRPr lang="de-DE" sz="2000" b="0" u="none" strike="noStrike">
          <a:solidFill>
            <a:schemeClr val="dk1"/>
          </a:solidFill>
          <a:uFillTx/>
          <a:latin typeface="Calibri"/>
        </a:defRPr>
      </a:lvl8pPr>
      <a:lvl9pPr>
        <a:defRPr lang="de-DE" sz="2000" b="0" u="none" strike="noStrike">
          <a:solidFill>
            <a:schemeClr val="dk1"/>
          </a:solidFill>
          <a:uFillTx/>
          <a:latin typeface="Calibri"/>
        </a:defRPr>
      </a:lvl9pPr>
    </p:bodyStyle>
  </p:txStyles>
  <p:extLst>
    <p:ext uri="urn:com:collaboraoffice:names:experimental:ooxml:xmlns:coext:1.0">
      <coext:pageGuid xmlns:coext="urn:com:collaboraoffice:names:experimental:ooxml:xmlns:coext:1.0" val="{708B1A6B-7326-4666-B3E2-C427C77A7E0F}"/>
    </p:ext>
  </p:ext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8" name="Graphic 2"/>
          <p:cNvPicPr/>
          <p:nvPr/>
        </p:nvPicPr>
        <p:blipFill>
          <a:blip r:embed="rId2">
            <a:extLst>
              <a:ext uri="{96DAC541-7B7A-43D3-8B79-37D633B846F1}">
                <asvg:svgBlip xmlns:asvg="http://schemas.microsoft.com/office/drawing/2016/SVG/main" r:embed="rId3"/>
              </a:ext>
            </a:extLst>
          </a:blip>
          <a:stretch/>
        </p:blipFill>
        <p:spPr>
          <a:xfrm>
            <a:off x="779040" y="6096960"/>
            <a:ext cx="697320" cy="601200"/>
          </a:xfrm>
          <a:prstGeom prst="rect">
            <a:avLst/>
          </a:prstGeom>
          <a:noFill/>
          <a:ln w="0">
            <a:noFill/>
          </a:ln>
        </p:spPr>
      </p:pic>
      <p:pic>
        <p:nvPicPr>
          <p:cNvPr id="49" name="Picture 1" descr="A close up of a network&#10;&#10;Description automatically generated"/>
          <p:cNvPicPr/>
          <p:nvPr/>
        </p:nvPicPr>
        <p:blipFill>
          <a:blip r:embed="rId4"/>
          <a:stretch/>
        </p:blipFill>
        <p:spPr>
          <a:xfrm>
            <a:off x="-3107160" y="-2520"/>
            <a:ext cx="6968880" cy="6908400"/>
          </a:xfrm>
          <a:prstGeom prst="rect">
            <a:avLst/>
          </a:prstGeom>
          <a:noFill/>
          <a:ln w="0">
            <a:noFill/>
          </a:ln>
        </p:spPr>
      </p:pic>
      <p:pic>
        <p:nvPicPr>
          <p:cNvPr id="50" name="Graphic 19"/>
          <p:cNvPicPr/>
          <p:nvPr/>
        </p:nvPicPr>
        <p:blipFill>
          <a:blip r:embed="rId5">
            <a:extLst>
              <a:ext uri="{96DAC541-7B7A-43D3-8B79-37D633B846F1}">
                <asvg:svgBlip xmlns:asvg="http://schemas.microsoft.com/office/drawing/2016/SVG/main" r:embed="rId6"/>
              </a:ext>
            </a:extLst>
          </a:blip>
          <a:stretch/>
        </p:blipFill>
        <p:spPr>
          <a:xfrm>
            <a:off x="608400" y="5986440"/>
            <a:ext cx="775440" cy="668520"/>
          </a:xfrm>
          <a:prstGeom prst="rect">
            <a:avLst/>
          </a:prstGeom>
          <a:noFill/>
          <a:ln w="0">
            <a:noFill/>
          </a:ln>
        </p:spPr>
      </p:pic>
      <p:sp>
        <p:nvSpPr>
          <p:cNvPr id="51" name="PlaceHolder 1"/>
          <p:cNvSpPr>
            <a:spLocks noGrp="1"/>
          </p:cNvSpPr>
          <p:nvPr>
            <p:ph type="ftr" idx="22"/>
          </p:nvPr>
        </p:nvSpPr>
        <p:spPr>
          <a:xfrm>
            <a:off x="4038480" y="6356520"/>
            <a:ext cx="4113360" cy="363600"/>
          </a:xfrm>
          <a:prstGeom prst="rect">
            <a:avLst/>
          </a:prstGeom>
          <a:noFill/>
          <a:ln w="0">
            <a:noFill/>
          </a:ln>
        </p:spPr>
        <p:txBody>
          <a:bodyPr lIns="90000" tIns="45000" rIns="90000" bIns="45000" anchor="ctr">
            <a:noAutofit/>
          </a:bodyPr>
          <a:lstStyle>
            <a:lvl1pPr indent="0" algn="ctr" defTabSz="914400">
              <a:lnSpc>
                <a:spcPct val="100000"/>
              </a:lnSpc>
              <a:buNone/>
              <a:tabLst>
                <a:tab pos="0" algn="l"/>
              </a:tabLst>
              <a:defRPr lang="en-US" sz="1400" b="0" u="none" strike="noStrike">
                <a:solidFill>
                  <a:srgbClr val="000000"/>
                </a:solidFill>
                <a:effectLst/>
                <a:uFillTx/>
                <a:latin typeface="Calibri"/>
              </a:defRPr>
            </a:lvl1pPr>
          </a:lstStyle>
          <a:p>
            <a:pPr indent="0" algn="ctr" defTabSz="914400">
              <a:lnSpc>
                <a:spcPct val="100000"/>
              </a:lnSpc>
              <a:buNone/>
              <a:tabLst>
                <a:tab pos="0" algn="l"/>
              </a:tabLst>
            </a:pPr>
            <a:r>
              <a:rPr lang="en-US" sz="1400" b="0" u="none" strike="noStrike">
                <a:solidFill>
                  <a:srgbClr val="000000"/>
                </a:solidFill>
                <a:effectLst/>
                <a:uFillTx/>
                <a:latin typeface="Calibri"/>
              </a:rPr>
              <a:t> </a:t>
            </a:r>
            <a:endParaRPr lang="es" sz="1400" b="0" u="none" strike="noStrike">
              <a:solidFill>
                <a:srgbClr val="000000"/>
              </a:solidFill>
              <a:effectLst/>
              <a:uFillTx/>
              <a:latin typeface="Calibri"/>
            </a:endParaRPr>
          </a:p>
        </p:txBody>
      </p:sp>
      <p:sp>
        <p:nvSpPr>
          <p:cNvPr id="52" name="PlaceHolder 2"/>
          <p:cNvSpPr>
            <a:spLocks noGrp="1"/>
          </p:cNvSpPr>
          <p:nvPr>
            <p:ph type="sldNum" idx="23"/>
          </p:nvPr>
        </p:nvSpPr>
        <p:spPr>
          <a:xfrm>
            <a:off x="10937160" y="6356520"/>
            <a:ext cx="415080" cy="363600"/>
          </a:xfrm>
          <a:prstGeom prst="rect">
            <a:avLst/>
          </a:prstGeom>
          <a:noFill/>
          <a:ln w="0">
            <a:noFill/>
          </a:ln>
        </p:spPr>
        <p:txBody>
          <a:bodyPr lIns="90000" tIns="45000" rIns="90000" bIns="45000" anchor="ctr">
            <a:noAutofit/>
          </a:bodyPr>
          <a:lstStyle>
            <a:lvl1pPr indent="0" algn="r" defTabSz="914400">
              <a:lnSpc>
                <a:spcPct val="100000"/>
              </a:lnSpc>
              <a:buNone/>
              <a:tabLst>
                <a:tab pos="0" algn="l"/>
              </a:tabLst>
              <a:defRPr lang="el-GR" sz="1200" b="0" u="none" strike="noStrike">
                <a:solidFill>
                  <a:schemeClr val="dk1">
                    <a:tint val="82000"/>
                  </a:schemeClr>
                </a:solidFill>
                <a:effectLst/>
                <a:uFillTx/>
                <a:latin typeface="Calibri"/>
              </a:defRPr>
            </a:lvl1pPr>
          </a:lstStyle>
          <a:p>
            <a:pPr indent="0" algn="r" defTabSz="914400">
              <a:lnSpc>
                <a:spcPct val="100000"/>
              </a:lnSpc>
              <a:buNone/>
              <a:tabLst>
                <a:tab pos="0" algn="l"/>
              </a:tabLst>
            </a:pPr>
            <a:fld id="{E2A50FAF-F937-43AF-AF55-BB87C9F49352}" type="slidenum">
              <a:rPr lang="el-GR" sz="1200" b="0" u="none" strike="noStrike">
                <a:solidFill>
                  <a:schemeClr val="dk1">
                    <a:tint val="82000"/>
                  </a:schemeClr>
                </a:solidFill>
                <a:effectLst/>
                <a:uFillTx/>
                <a:latin typeface="Calibri"/>
              </a:rPr>
              <a:t>1</a:t>
            </a:fld>
            <a:endParaRPr lang="es" sz="1200" b="0" u="none" strike="noStrike">
              <a:solidFill>
                <a:srgbClr val="000000"/>
              </a:solidFill>
              <a:effectLst/>
              <a:uFillTx/>
              <a:latin typeface="Calibri"/>
            </a:endParaRPr>
          </a:p>
        </p:txBody>
      </p:sp>
      <p:sp>
        <p:nvSpPr>
          <p:cNvPr id="53" name="PlaceHolder 3"/>
          <p:cNvSpPr>
            <a:spLocks noGrp="1"/>
          </p:cNvSpPr>
          <p:nvPr>
            <p:ph type="dt" idx="24"/>
          </p:nvPr>
        </p:nvSpPr>
        <p:spPr>
          <a:xfrm>
            <a:off x="2680920" y="6356520"/>
            <a:ext cx="898920" cy="363600"/>
          </a:xfrm>
          <a:prstGeom prst="rect">
            <a:avLst/>
          </a:prstGeom>
          <a:noFill/>
          <a:ln w="0">
            <a:noFill/>
          </a:ln>
        </p:spPr>
        <p:txBody>
          <a:bodyPr lIns="90000" tIns="45000" rIns="90000" bIns="45000" anchor="ctr">
            <a:noAutofit/>
          </a:bodyPr>
          <a:lstStyle>
            <a:lvl1pPr indent="0" algn="l">
              <a:buNone/>
              <a:defRPr lang="es" sz="1400" b="0" u="none" strike="noStrike">
                <a:solidFill>
                  <a:srgbClr val="000000"/>
                </a:solidFill>
                <a:effectLst/>
                <a:uFillTx/>
                <a:latin typeface="Calibri"/>
              </a:defRPr>
            </a:lvl1pPr>
          </a:lstStyle>
          <a:p>
            <a:pPr indent="0" algn="l">
              <a:buNone/>
            </a:pPr>
            <a:fld id="{55B2BCD8-E3C1-46DC-A109-8B89D7D952B4}" type="datetime">
              <a:rPr lang="es" sz="1400" b="0" u="none" strike="noStrike">
                <a:solidFill>
                  <a:srgbClr val="000000"/>
                </a:solidFill>
                <a:effectLst/>
                <a:uFillTx/>
                <a:latin typeface="Calibri"/>
              </a:rPr>
              <a:t> </a:t>
            </a:fld>
            <a:endParaRPr lang="es" sz="1400" b="0" u="none" strike="noStrike">
              <a:solidFill>
                <a:srgbClr val="000000"/>
              </a:solidFill>
              <a:effectLst/>
              <a:uFillTx/>
              <a:latin typeface="Calibri"/>
            </a:endParaRPr>
          </a:p>
        </p:txBody>
      </p:sp>
      <p:sp>
        <p:nvSpPr>
          <p:cNvPr id="54"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102000"/>
              </a:lnSpc>
              <a:buNone/>
              <a:tabLst>
                <a:tab pos="0" algn="l"/>
              </a:tabLst>
              <a:defRPr lang="de-DE" sz="1800" b="0" u="none" strike="noStrike">
                <a:solidFill>
                  <a:schemeClr val="dk1"/>
                </a:solidFill>
                <a:effectLst/>
                <a:uFillTx/>
                <a:latin typeface="Calibri"/>
              </a:defRPr>
            </a:lvl1pPr>
          </a:lstStyle>
          <a:p>
            <a:pPr indent="0" algn="l" defTabSz="914400">
              <a:lnSpc>
                <a:spcPct val="102000"/>
              </a:lnSpc>
              <a:buNone/>
              <a:tabLst>
                <a:tab pos="0" algn="l"/>
              </a:tabLst>
            </a:pPr>
            <a:r>
              <a:rPr lang="de-DE" sz="1800" b="0" u="none" strike="noStrike">
                <a:solidFill>
                  <a:schemeClr val="dk1"/>
                </a:solidFill>
                <a:effectLst/>
                <a:uFillTx/>
                <a:latin typeface="Calibri"/>
              </a:rPr>
              <a:t>Pulse para editar el formato del texto de título</a:t>
            </a:r>
            <a:endParaRPr lang="de-DE" sz="1800" b="0" u="none" strike="noStrike">
              <a:solidFill>
                <a:schemeClr val="dk1"/>
              </a:solidFill>
              <a:effectLst/>
              <a:uFillTx/>
              <a:latin typeface="Calibri"/>
            </a:endParaRPr>
          </a:p>
        </p:txBody>
      </p:sp>
      <p:sp>
        <p:nvSpPr>
          <p:cNvPr id="55"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102000"/>
              </a:lnSpc>
              <a:spcBef>
                <a:spcPts val="1417"/>
              </a:spcBef>
              <a:buClr>
                <a:srgbClr val="000000"/>
              </a:buClr>
              <a:buSzPct val="45000"/>
              <a:buFont typeface="Wingdings" charset="2"/>
              <a:buChar char=""/>
              <a:defRPr lang="de-DE" sz="2800" b="0" u="none" strike="noStrike">
                <a:solidFill>
                  <a:schemeClr val="dk1"/>
                </a:solidFill>
                <a:effectLst/>
                <a:uFillTx/>
                <a:latin typeface="Calibri"/>
              </a:defRPr>
            </a:lvl1pPr>
            <a:lvl2pPr lvl="1" algn="l" defTabSz="914400">
              <a:lnSpc>
                <a:spcPct val="102000"/>
              </a:lnSpc>
              <a:spcBef>
                <a:spcPts val="1134"/>
              </a:spcBef>
              <a:buClr>
                <a:srgbClr val="000000"/>
              </a:buClr>
              <a:buSzPct val="75000"/>
              <a:buFont typeface="Symbol" charset="2"/>
              <a:buChar char=""/>
              <a:defRPr lang="de-DE" sz="2000" b="0" u="none" strike="noStrike">
                <a:solidFill>
                  <a:schemeClr val="dk1"/>
                </a:solidFill>
                <a:effectLst/>
                <a:uFillTx/>
                <a:latin typeface="Calibri"/>
              </a:defRPr>
            </a:lvl2pPr>
            <a:lvl3pPr lvl="2" algn="l" defTabSz="914400">
              <a:lnSpc>
                <a:spcPct val="102000"/>
              </a:lnSpc>
              <a:spcBef>
                <a:spcPts val="850"/>
              </a:spcBef>
              <a:buClr>
                <a:srgbClr val="000000"/>
              </a:buClr>
              <a:buSzPct val="45000"/>
              <a:buFont typeface="Wingdings" charset="2"/>
              <a:buChar char=""/>
              <a:defRPr lang="de-DE" sz="1800" b="0" u="none" strike="noStrike">
                <a:solidFill>
                  <a:schemeClr val="dk1"/>
                </a:solidFill>
                <a:effectLst/>
                <a:uFillTx/>
                <a:latin typeface="Calibri"/>
              </a:defRPr>
            </a:lvl3pPr>
            <a:lvl4pPr lvl="3" algn="l" defTabSz="914400">
              <a:lnSpc>
                <a:spcPct val="102000"/>
              </a:lnSpc>
              <a:spcBef>
                <a:spcPts val="567"/>
              </a:spcBef>
              <a:buClr>
                <a:srgbClr val="000000"/>
              </a:buClr>
              <a:buSzPct val="75000"/>
              <a:buFont typeface="Symbol" charset="2"/>
              <a:buChar char=""/>
              <a:defRPr lang="de-DE" sz="1800" b="0" u="none" strike="noStrike">
                <a:solidFill>
                  <a:schemeClr val="dk1"/>
                </a:solidFill>
                <a:effectLst/>
                <a:uFillTx/>
                <a:latin typeface="Calibri"/>
              </a:defRPr>
            </a:lvl4pPr>
            <a:lvl5pPr lvl="4"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5pPr>
            <a:lvl6pPr lvl="5"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6pPr>
            <a:lvl7pPr lvl="6"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7pPr>
          </a:lstStyle>
          <a:p>
            <a:pPr marL="228600" indent="-228600" algn="l" defTabSz="914400">
              <a:lnSpc>
                <a:spcPct val="102000"/>
              </a:lnSpc>
              <a:spcBef>
                <a:spcPts val="1417"/>
              </a:spcBef>
              <a:buClr>
                <a:srgbClr val="000000"/>
              </a:buClr>
              <a:buSzPct val="45000"/>
              <a:buFont typeface="Wingdings" charset="2"/>
              <a:buChar char=""/>
            </a:pPr>
            <a:r>
              <a:rPr lang="de-DE" sz="2800" b="0" u="none" strike="noStrike">
                <a:solidFill>
                  <a:schemeClr val="dk1"/>
                </a:solidFill>
                <a:effectLst/>
                <a:uFillTx/>
                <a:latin typeface="Calibri"/>
              </a:rPr>
              <a:t>Pulse para editar el formato de texto del esquema</a:t>
            </a:r>
            <a:endParaRPr lang="de-DE" sz="2800" b="0" u="none" strike="noStrike">
              <a:solidFill>
                <a:schemeClr val="dk1"/>
              </a:solidFill>
              <a:effectLst/>
              <a:uFillTx/>
              <a:latin typeface="Calibri"/>
            </a:endParaRPr>
          </a:p>
          <a:p>
            <a:pPr marL="864000" lvl="1" indent="-324000" algn="l" defTabSz="914400">
              <a:lnSpc>
                <a:spcPct val="102000"/>
              </a:lnSpc>
              <a:spcBef>
                <a:spcPts val="1134"/>
              </a:spcBef>
              <a:buClr>
                <a:srgbClr val="000000"/>
              </a:buClr>
              <a:buSzPct val="75000"/>
              <a:buFont typeface="Symbol" charset="2"/>
              <a:buChar char=""/>
            </a:pPr>
            <a:r>
              <a:rPr lang="de-DE" sz="2000" b="0" u="none" strike="noStrike">
                <a:solidFill>
                  <a:schemeClr val="dk1"/>
                </a:solidFill>
                <a:effectLst/>
                <a:uFillTx/>
                <a:latin typeface="Calibri"/>
              </a:rPr>
              <a:t>Segundo nivel del esquema</a:t>
            </a:r>
            <a:endParaRPr lang="de-DE" sz="2000" b="0" u="none" strike="noStrike">
              <a:solidFill>
                <a:schemeClr val="dk1"/>
              </a:solidFill>
              <a:effectLst/>
              <a:uFillTx/>
              <a:latin typeface="Calibri"/>
            </a:endParaRPr>
          </a:p>
          <a:p>
            <a:pPr marL="1296000" lvl="2" indent="-288000" algn="l" defTabSz="914400">
              <a:lnSpc>
                <a:spcPct val="102000"/>
              </a:lnSpc>
              <a:spcBef>
                <a:spcPts val="850"/>
              </a:spcBef>
              <a:buClr>
                <a:srgbClr val="000000"/>
              </a:buClr>
              <a:buSzPct val="45000"/>
              <a:buFont typeface="Wingdings" charset="2"/>
              <a:buChar char=""/>
            </a:pPr>
            <a:r>
              <a:rPr lang="de-DE" sz="1800" b="0" u="none" strike="noStrike">
                <a:solidFill>
                  <a:schemeClr val="dk1"/>
                </a:solidFill>
                <a:effectLst/>
                <a:uFillTx/>
                <a:latin typeface="Calibri"/>
              </a:rPr>
              <a:t>Tercer nivel del esquema</a:t>
            </a:r>
            <a:endParaRPr lang="de-DE" sz="1800" b="0" u="none" strike="noStrike">
              <a:solidFill>
                <a:schemeClr val="dk1"/>
              </a:solidFill>
              <a:effectLst/>
              <a:uFillTx/>
              <a:latin typeface="Calibri"/>
            </a:endParaRPr>
          </a:p>
          <a:p>
            <a:pPr marL="1728000" lvl="3" indent="-216000" algn="l" defTabSz="914400">
              <a:lnSpc>
                <a:spcPct val="102000"/>
              </a:lnSpc>
              <a:spcBef>
                <a:spcPts val="567"/>
              </a:spcBef>
              <a:buClr>
                <a:srgbClr val="000000"/>
              </a:buClr>
              <a:buSzPct val="75000"/>
              <a:buFont typeface="Symbol" charset="2"/>
              <a:buChar char=""/>
            </a:pPr>
            <a:r>
              <a:rPr lang="de-DE" sz="1800" b="0" u="none" strike="noStrike">
                <a:solidFill>
                  <a:schemeClr val="dk1"/>
                </a:solidFill>
                <a:effectLst/>
                <a:uFillTx/>
                <a:latin typeface="Calibri"/>
              </a:rPr>
              <a:t>Cuarto nivel del esquema</a:t>
            </a:r>
            <a:endParaRPr lang="de-DE" sz="1800" b="0" u="none" strike="noStrike">
              <a:solidFill>
                <a:schemeClr val="dk1"/>
              </a:solidFill>
              <a:effectLst/>
              <a:uFillTx/>
              <a:latin typeface="Calibri"/>
            </a:endParaRPr>
          </a:p>
          <a:p>
            <a:pPr marL="2160000" lvl="4"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Quinto nivel del esquema</a:t>
            </a:r>
            <a:endParaRPr lang="de-DE" sz="2000" b="0" u="none" strike="noStrike">
              <a:solidFill>
                <a:schemeClr val="dk1"/>
              </a:solidFill>
              <a:effectLst/>
              <a:uFillTx/>
              <a:latin typeface="Calibri"/>
            </a:endParaRPr>
          </a:p>
          <a:p>
            <a:pPr marL="2592000" lvl="5"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Sexto nivel del esquema</a:t>
            </a:r>
            <a:endParaRPr lang="de-DE" sz="2000" b="0" u="none" strike="noStrike">
              <a:solidFill>
                <a:schemeClr val="dk1"/>
              </a:solidFill>
              <a:effectLst/>
              <a:uFillTx/>
              <a:latin typeface="Calibri"/>
            </a:endParaRPr>
          </a:p>
          <a:p>
            <a:pPr marL="3024000" lvl="6"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Séptimo nivel del esquema</a:t>
            </a:r>
            <a:endParaRPr lang="de-DE"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63" r:id="rId7"/>
  </p:sldLayoutIdLst>
  <p:txStyles>
    <p:titleStyle>
      <a:lvl1pPr>
        <a:defRPr lang="de-DE" sz="1800" b="0" u="none" strike="noStrike">
          <a:solidFill>
            <a:schemeClr val="dk1"/>
          </a:solidFill>
          <a:uFillTx/>
          <a:latin typeface="Calibri"/>
        </a:defRPr>
      </a:lvl1pPr>
    </p:titleStyle>
    <p:bodyStyle>
      <a:lvl1pPr>
        <a:defRPr lang="de-DE" sz="2800" b="0" u="none" strike="noStrike">
          <a:solidFill>
            <a:schemeClr val="dk1"/>
          </a:solidFill>
          <a:uFillTx/>
          <a:latin typeface="Calibri"/>
        </a:defRPr>
      </a:lvl1pPr>
      <a:lvl2pPr>
        <a:defRPr lang="de-DE" sz="2000" b="0" u="none" strike="noStrike">
          <a:solidFill>
            <a:schemeClr val="dk1"/>
          </a:solidFill>
          <a:uFillTx/>
          <a:latin typeface="Calibri"/>
        </a:defRPr>
      </a:lvl2pPr>
      <a:lvl3pPr>
        <a:defRPr lang="de-DE" sz="1800" b="0" u="none" strike="noStrike">
          <a:solidFill>
            <a:schemeClr val="dk1"/>
          </a:solidFill>
          <a:uFillTx/>
          <a:latin typeface="Calibri"/>
        </a:defRPr>
      </a:lvl3pPr>
      <a:lvl4pPr>
        <a:defRPr lang="de-DE" sz="1800" b="0" u="none" strike="noStrike">
          <a:solidFill>
            <a:schemeClr val="dk1"/>
          </a:solidFill>
          <a:uFillTx/>
          <a:latin typeface="Calibri"/>
        </a:defRPr>
      </a:lvl4pPr>
      <a:lvl5pPr>
        <a:defRPr lang="de-DE" sz="2000" b="0" u="none" strike="noStrike">
          <a:solidFill>
            <a:schemeClr val="dk1"/>
          </a:solidFill>
          <a:uFillTx/>
          <a:latin typeface="Calibri"/>
        </a:defRPr>
      </a:lvl5pPr>
      <a:lvl6pPr>
        <a:defRPr lang="de-DE" sz="2000" b="0" u="none" strike="noStrike">
          <a:solidFill>
            <a:schemeClr val="dk1"/>
          </a:solidFill>
          <a:uFillTx/>
          <a:latin typeface="Calibri"/>
        </a:defRPr>
      </a:lvl6pPr>
      <a:lvl7pPr>
        <a:defRPr lang="de-DE" sz="2000" b="0" u="none" strike="noStrike">
          <a:solidFill>
            <a:schemeClr val="dk1"/>
          </a:solidFill>
          <a:uFillTx/>
          <a:latin typeface="Calibri"/>
        </a:defRPr>
      </a:lvl7pPr>
      <a:lvl8pPr>
        <a:defRPr lang="de-DE" sz="2000" b="0" u="none" strike="noStrike">
          <a:solidFill>
            <a:schemeClr val="dk1"/>
          </a:solidFill>
          <a:uFillTx/>
          <a:latin typeface="Calibri"/>
        </a:defRPr>
      </a:lvl8pPr>
      <a:lvl9pPr>
        <a:defRPr lang="de-DE" sz="2000" b="0" u="none" strike="noStrike">
          <a:solidFill>
            <a:schemeClr val="dk1"/>
          </a:solidFill>
          <a:uFillTx/>
          <a:latin typeface="Calibri"/>
        </a:defRPr>
      </a:lvl9pPr>
    </p:bodyStyle>
  </p:txStyles>
  <p:extLst>
    <p:ext uri="urn:com:collaboraoffice:names:experimental:ooxml:xmlns:coext:1.0">
      <coext:pageGuid xmlns:coext="urn:com:collaboraoffice:names:experimental:ooxml:xmlns:coext:1.0" val="{147051C4-E50A-47BD-B1E7-0D6C347B2057}"/>
    </p:ext>
  </p:ext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6" name="Graphic 2"/>
          <p:cNvPicPr/>
          <p:nvPr/>
        </p:nvPicPr>
        <p:blipFill>
          <a:blip r:embed="rId2">
            <a:extLst>
              <a:ext uri="{96DAC541-7B7A-43D3-8B79-37D633B846F1}">
                <asvg:svgBlip xmlns:asvg="http://schemas.microsoft.com/office/drawing/2016/SVG/main" r:embed="rId3"/>
              </a:ext>
            </a:extLst>
          </a:blip>
          <a:stretch/>
        </p:blipFill>
        <p:spPr>
          <a:xfrm>
            <a:off x="779040" y="6096960"/>
            <a:ext cx="697320" cy="601200"/>
          </a:xfrm>
          <a:prstGeom prst="rect">
            <a:avLst/>
          </a:prstGeom>
          <a:noFill/>
          <a:ln w="0">
            <a:noFill/>
          </a:ln>
        </p:spPr>
      </p:pic>
      <p:sp>
        <p:nvSpPr>
          <p:cNvPr id="57" name="TextBox 8"/>
          <p:cNvSpPr/>
          <p:nvPr/>
        </p:nvSpPr>
        <p:spPr>
          <a:xfrm>
            <a:off x="1202040" y="6033240"/>
            <a:ext cx="4811760" cy="6382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1200" b="0" u="none" strike="noStrike">
                <a:solidFill>
                  <a:schemeClr val="lt1"/>
                </a:solidFill>
                <a:effectLst/>
                <a:uFillTx/>
                <a:latin typeface="Calibri"/>
              </a:rPr>
              <a:t>This project has received funding from the European Union’s Horizon Europe Research and Innovation Programme under Grant Agreement no. 101094402</a:t>
            </a:r>
            <a:endParaRPr lang="es" sz="1200" b="0" u="none" strike="noStrike">
              <a:solidFill>
                <a:srgbClr val="000000"/>
              </a:solidFill>
              <a:effectLst/>
              <a:uFillTx/>
              <a:latin typeface="Calibri"/>
            </a:endParaRPr>
          </a:p>
        </p:txBody>
      </p:sp>
      <p:pic>
        <p:nvPicPr>
          <p:cNvPr id="58" name="Εικόνα 4"/>
          <p:cNvPicPr/>
          <p:nvPr/>
        </p:nvPicPr>
        <p:blipFill>
          <a:blip r:embed="rId4"/>
          <a:stretch/>
        </p:blipFill>
        <p:spPr>
          <a:xfrm>
            <a:off x="477000" y="6071040"/>
            <a:ext cx="730800" cy="486720"/>
          </a:xfrm>
          <a:prstGeom prst="rect">
            <a:avLst/>
          </a:prstGeom>
          <a:noFill/>
          <a:ln w="0">
            <a:noFill/>
          </a:ln>
        </p:spPr>
      </p:pic>
      <p:sp>
        <p:nvSpPr>
          <p:cNvPr id="59" name="TextBox 15"/>
          <p:cNvSpPr/>
          <p:nvPr/>
        </p:nvSpPr>
        <p:spPr>
          <a:xfrm>
            <a:off x="1444320" y="5991840"/>
            <a:ext cx="4811760" cy="6382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1200" b="0" u="none" strike="noStrike">
                <a:solidFill>
                  <a:schemeClr val="lt1"/>
                </a:solidFill>
                <a:effectLst/>
                <a:uFillTx/>
                <a:latin typeface="Calibri"/>
              </a:rPr>
              <a:t>This project has received funding from the European Union’s Horizon Europe Research and Innovation Programme under Grant Agreement no. 101094402</a:t>
            </a:r>
            <a:endParaRPr lang="es" sz="1200" b="0" u="none" strike="noStrike">
              <a:solidFill>
                <a:srgbClr val="000000"/>
              </a:solidFill>
              <a:effectLst/>
              <a:uFillTx/>
              <a:latin typeface="Calibri"/>
            </a:endParaRPr>
          </a:p>
        </p:txBody>
      </p:sp>
      <p:pic>
        <p:nvPicPr>
          <p:cNvPr id="60" name="Graphic 2"/>
          <p:cNvPicPr/>
          <p:nvPr/>
        </p:nvPicPr>
        <p:blipFill>
          <a:blip r:embed="rId5">
            <a:extLst>
              <a:ext uri="{96DAC541-7B7A-43D3-8B79-37D633B846F1}">
                <asvg:svgBlip xmlns:asvg="http://schemas.microsoft.com/office/drawing/2016/SVG/main" r:embed="rId6"/>
              </a:ext>
            </a:extLst>
          </a:blip>
          <a:stretch/>
        </p:blipFill>
        <p:spPr>
          <a:xfrm>
            <a:off x="10608840" y="437760"/>
            <a:ext cx="1164600" cy="1004400"/>
          </a:xfrm>
          <a:prstGeom prst="rect">
            <a:avLst/>
          </a:prstGeom>
          <a:noFill/>
          <a:ln w="0">
            <a:noFill/>
          </a:ln>
        </p:spPr>
      </p:pic>
      <p:pic>
        <p:nvPicPr>
          <p:cNvPr id="61" name="Graphic 16"/>
          <p:cNvPicPr/>
          <p:nvPr/>
        </p:nvPicPr>
        <p:blipFill>
          <a:blip r:embed="rId7">
            <a:extLst>
              <a:ext uri="{96DAC541-7B7A-43D3-8B79-37D633B846F1}">
                <asvg:svgBlip xmlns:asvg="http://schemas.microsoft.com/office/drawing/2016/SVG/main" r:embed="rId8"/>
              </a:ext>
            </a:extLst>
          </a:blip>
          <a:stretch/>
        </p:blipFill>
        <p:spPr>
          <a:xfrm>
            <a:off x="-92880" y="-1703160"/>
            <a:ext cx="7189920" cy="8989560"/>
          </a:xfrm>
          <a:prstGeom prst="rect">
            <a:avLst/>
          </a:prstGeom>
          <a:noFill/>
          <a:ln w="0">
            <a:noFill/>
          </a:ln>
        </p:spPr>
      </p:pic>
      <p:sp>
        <p:nvSpPr>
          <p:cNvPr id="6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102000"/>
              </a:lnSpc>
              <a:buNone/>
              <a:tabLst>
                <a:tab pos="0" algn="l"/>
              </a:tabLst>
              <a:defRPr lang="de-DE" sz="1800" b="0" u="none" strike="noStrike">
                <a:solidFill>
                  <a:schemeClr val="dk1"/>
                </a:solidFill>
                <a:effectLst/>
                <a:uFillTx/>
                <a:latin typeface="Calibri"/>
              </a:defRPr>
            </a:lvl1pPr>
          </a:lstStyle>
          <a:p>
            <a:pPr indent="0" algn="l" defTabSz="914400">
              <a:lnSpc>
                <a:spcPct val="102000"/>
              </a:lnSpc>
              <a:buNone/>
              <a:tabLst>
                <a:tab pos="0" algn="l"/>
              </a:tabLst>
            </a:pPr>
            <a:r>
              <a:rPr lang="de-DE" sz="1800" b="0" u="none" strike="noStrike">
                <a:solidFill>
                  <a:schemeClr val="dk1"/>
                </a:solidFill>
                <a:effectLst/>
                <a:uFillTx/>
                <a:latin typeface="Calibri"/>
              </a:rPr>
              <a:t>Pulse para editar el formato del texto de título</a:t>
            </a:r>
            <a:endParaRPr lang="de-DE" sz="1800" b="0" u="none" strike="noStrike">
              <a:solidFill>
                <a:schemeClr val="dk1"/>
              </a:solidFill>
              <a:effectLst/>
              <a:uFillTx/>
              <a:latin typeface="Calibri"/>
            </a:endParaRPr>
          </a:p>
        </p:txBody>
      </p:sp>
      <p:sp>
        <p:nvSpPr>
          <p:cNvPr id="6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102000"/>
              </a:lnSpc>
              <a:spcBef>
                <a:spcPts val="1417"/>
              </a:spcBef>
              <a:buClr>
                <a:srgbClr val="000000"/>
              </a:buClr>
              <a:buSzPct val="45000"/>
              <a:buFont typeface="Wingdings" charset="2"/>
              <a:buChar char=""/>
              <a:defRPr lang="de-DE" sz="2800" b="0" u="none" strike="noStrike">
                <a:solidFill>
                  <a:schemeClr val="dk1"/>
                </a:solidFill>
                <a:effectLst/>
                <a:uFillTx/>
                <a:latin typeface="Calibri"/>
              </a:defRPr>
            </a:lvl1pPr>
            <a:lvl2pPr lvl="1" algn="l" defTabSz="914400">
              <a:lnSpc>
                <a:spcPct val="102000"/>
              </a:lnSpc>
              <a:spcBef>
                <a:spcPts val="1134"/>
              </a:spcBef>
              <a:buClr>
                <a:srgbClr val="000000"/>
              </a:buClr>
              <a:buSzPct val="75000"/>
              <a:buFont typeface="Symbol" charset="2"/>
              <a:buChar char=""/>
              <a:defRPr lang="de-DE" sz="2000" b="0" u="none" strike="noStrike">
                <a:solidFill>
                  <a:schemeClr val="dk1"/>
                </a:solidFill>
                <a:effectLst/>
                <a:uFillTx/>
                <a:latin typeface="Calibri"/>
              </a:defRPr>
            </a:lvl2pPr>
            <a:lvl3pPr lvl="2" algn="l" defTabSz="914400">
              <a:lnSpc>
                <a:spcPct val="102000"/>
              </a:lnSpc>
              <a:spcBef>
                <a:spcPts val="850"/>
              </a:spcBef>
              <a:buClr>
                <a:srgbClr val="000000"/>
              </a:buClr>
              <a:buSzPct val="45000"/>
              <a:buFont typeface="Wingdings" charset="2"/>
              <a:buChar char=""/>
              <a:defRPr lang="de-DE" sz="1800" b="0" u="none" strike="noStrike">
                <a:solidFill>
                  <a:schemeClr val="dk1"/>
                </a:solidFill>
                <a:effectLst/>
                <a:uFillTx/>
                <a:latin typeface="Calibri"/>
              </a:defRPr>
            </a:lvl3pPr>
            <a:lvl4pPr lvl="3" algn="l" defTabSz="914400">
              <a:lnSpc>
                <a:spcPct val="102000"/>
              </a:lnSpc>
              <a:spcBef>
                <a:spcPts val="567"/>
              </a:spcBef>
              <a:buClr>
                <a:srgbClr val="000000"/>
              </a:buClr>
              <a:buSzPct val="75000"/>
              <a:buFont typeface="Symbol" charset="2"/>
              <a:buChar char=""/>
              <a:defRPr lang="de-DE" sz="1800" b="0" u="none" strike="noStrike">
                <a:solidFill>
                  <a:schemeClr val="dk1"/>
                </a:solidFill>
                <a:effectLst/>
                <a:uFillTx/>
                <a:latin typeface="Calibri"/>
              </a:defRPr>
            </a:lvl4pPr>
            <a:lvl5pPr lvl="4"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5pPr>
            <a:lvl6pPr lvl="5"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6pPr>
            <a:lvl7pPr lvl="6"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7pPr>
          </a:lstStyle>
          <a:p>
            <a:pPr marL="228600" indent="-228600" algn="l" defTabSz="914400">
              <a:lnSpc>
                <a:spcPct val="102000"/>
              </a:lnSpc>
              <a:spcBef>
                <a:spcPts val="1417"/>
              </a:spcBef>
              <a:buClr>
                <a:srgbClr val="000000"/>
              </a:buClr>
              <a:buSzPct val="45000"/>
              <a:buFont typeface="Wingdings" charset="2"/>
              <a:buChar char=""/>
            </a:pPr>
            <a:r>
              <a:rPr lang="de-DE" sz="2800" b="0" u="none" strike="noStrike">
                <a:solidFill>
                  <a:schemeClr val="dk1"/>
                </a:solidFill>
                <a:effectLst/>
                <a:uFillTx/>
                <a:latin typeface="Calibri"/>
              </a:rPr>
              <a:t>Pulse para editar el formato de texto del esquema</a:t>
            </a:r>
            <a:endParaRPr lang="de-DE" sz="2800" b="0" u="none" strike="noStrike">
              <a:solidFill>
                <a:schemeClr val="dk1"/>
              </a:solidFill>
              <a:effectLst/>
              <a:uFillTx/>
              <a:latin typeface="Calibri"/>
            </a:endParaRPr>
          </a:p>
          <a:p>
            <a:pPr marL="864000" lvl="1" indent="-324000" algn="l" defTabSz="914400">
              <a:lnSpc>
                <a:spcPct val="102000"/>
              </a:lnSpc>
              <a:spcBef>
                <a:spcPts val="1134"/>
              </a:spcBef>
              <a:buClr>
                <a:srgbClr val="000000"/>
              </a:buClr>
              <a:buSzPct val="75000"/>
              <a:buFont typeface="Symbol" charset="2"/>
              <a:buChar char=""/>
            </a:pPr>
            <a:r>
              <a:rPr lang="de-DE" sz="2000" b="0" u="none" strike="noStrike">
                <a:solidFill>
                  <a:schemeClr val="dk1"/>
                </a:solidFill>
                <a:effectLst/>
                <a:uFillTx/>
                <a:latin typeface="Calibri"/>
              </a:rPr>
              <a:t>Segundo nivel del esquema</a:t>
            </a:r>
            <a:endParaRPr lang="de-DE" sz="2000" b="0" u="none" strike="noStrike">
              <a:solidFill>
                <a:schemeClr val="dk1"/>
              </a:solidFill>
              <a:effectLst/>
              <a:uFillTx/>
              <a:latin typeface="Calibri"/>
            </a:endParaRPr>
          </a:p>
          <a:p>
            <a:pPr marL="1296000" lvl="2" indent="-288000" algn="l" defTabSz="914400">
              <a:lnSpc>
                <a:spcPct val="102000"/>
              </a:lnSpc>
              <a:spcBef>
                <a:spcPts val="850"/>
              </a:spcBef>
              <a:buClr>
                <a:srgbClr val="000000"/>
              </a:buClr>
              <a:buSzPct val="45000"/>
              <a:buFont typeface="Wingdings" charset="2"/>
              <a:buChar char=""/>
            </a:pPr>
            <a:r>
              <a:rPr lang="de-DE" sz="1800" b="0" u="none" strike="noStrike">
                <a:solidFill>
                  <a:schemeClr val="dk1"/>
                </a:solidFill>
                <a:effectLst/>
                <a:uFillTx/>
                <a:latin typeface="Calibri"/>
              </a:rPr>
              <a:t>Tercer nivel del esquema</a:t>
            </a:r>
            <a:endParaRPr lang="de-DE" sz="1800" b="0" u="none" strike="noStrike">
              <a:solidFill>
                <a:schemeClr val="dk1"/>
              </a:solidFill>
              <a:effectLst/>
              <a:uFillTx/>
              <a:latin typeface="Calibri"/>
            </a:endParaRPr>
          </a:p>
          <a:p>
            <a:pPr marL="1728000" lvl="3" indent="-216000" algn="l" defTabSz="914400">
              <a:lnSpc>
                <a:spcPct val="102000"/>
              </a:lnSpc>
              <a:spcBef>
                <a:spcPts val="567"/>
              </a:spcBef>
              <a:buClr>
                <a:srgbClr val="000000"/>
              </a:buClr>
              <a:buSzPct val="75000"/>
              <a:buFont typeface="Symbol" charset="2"/>
              <a:buChar char=""/>
            </a:pPr>
            <a:r>
              <a:rPr lang="de-DE" sz="1800" b="0" u="none" strike="noStrike">
                <a:solidFill>
                  <a:schemeClr val="dk1"/>
                </a:solidFill>
                <a:effectLst/>
                <a:uFillTx/>
                <a:latin typeface="Calibri"/>
              </a:rPr>
              <a:t>Cuarto nivel del esquema</a:t>
            </a:r>
            <a:endParaRPr lang="de-DE" sz="1800" b="0" u="none" strike="noStrike">
              <a:solidFill>
                <a:schemeClr val="dk1"/>
              </a:solidFill>
              <a:effectLst/>
              <a:uFillTx/>
              <a:latin typeface="Calibri"/>
            </a:endParaRPr>
          </a:p>
          <a:p>
            <a:pPr marL="2160000" lvl="4"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Quinto nivel del esquema</a:t>
            </a:r>
            <a:endParaRPr lang="de-DE" sz="2000" b="0" u="none" strike="noStrike">
              <a:solidFill>
                <a:schemeClr val="dk1"/>
              </a:solidFill>
              <a:effectLst/>
              <a:uFillTx/>
              <a:latin typeface="Calibri"/>
            </a:endParaRPr>
          </a:p>
          <a:p>
            <a:pPr marL="2592000" lvl="5"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Sexto nivel del esquema</a:t>
            </a:r>
            <a:endParaRPr lang="de-DE" sz="2000" b="0" u="none" strike="noStrike">
              <a:solidFill>
                <a:schemeClr val="dk1"/>
              </a:solidFill>
              <a:effectLst/>
              <a:uFillTx/>
              <a:latin typeface="Calibri"/>
            </a:endParaRPr>
          </a:p>
          <a:p>
            <a:pPr marL="3024000" lvl="6"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Séptimo nivel del esquema</a:t>
            </a:r>
            <a:endParaRPr lang="de-DE"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65" r:id="rId9"/>
  </p:sldLayoutIdLst>
  <p:txStyles>
    <p:titleStyle>
      <a:lvl1pPr>
        <a:defRPr lang="de-DE" sz="1800" b="0" u="none" strike="noStrike">
          <a:solidFill>
            <a:schemeClr val="dk1"/>
          </a:solidFill>
          <a:uFillTx/>
          <a:latin typeface="Calibri"/>
        </a:defRPr>
      </a:lvl1pPr>
    </p:titleStyle>
    <p:bodyStyle>
      <a:lvl1pPr>
        <a:defRPr lang="de-DE" sz="2800" b="0" u="none" strike="noStrike">
          <a:solidFill>
            <a:schemeClr val="dk1"/>
          </a:solidFill>
          <a:uFillTx/>
          <a:latin typeface="Calibri"/>
        </a:defRPr>
      </a:lvl1pPr>
      <a:lvl2pPr>
        <a:defRPr lang="de-DE" sz="2000" b="0" u="none" strike="noStrike">
          <a:solidFill>
            <a:schemeClr val="dk1"/>
          </a:solidFill>
          <a:uFillTx/>
          <a:latin typeface="Calibri"/>
        </a:defRPr>
      </a:lvl2pPr>
      <a:lvl3pPr>
        <a:defRPr lang="de-DE" sz="1800" b="0" u="none" strike="noStrike">
          <a:solidFill>
            <a:schemeClr val="dk1"/>
          </a:solidFill>
          <a:uFillTx/>
          <a:latin typeface="Calibri"/>
        </a:defRPr>
      </a:lvl3pPr>
      <a:lvl4pPr>
        <a:defRPr lang="de-DE" sz="1800" b="0" u="none" strike="noStrike">
          <a:solidFill>
            <a:schemeClr val="dk1"/>
          </a:solidFill>
          <a:uFillTx/>
          <a:latin typeface="Calibri"/>
        </a:defRPr>
      </a:lvl4pPr>
      <a:lvl5pPr>
        <a:defRPr lang="de-DE" sz="2000" b="0" u="none" strike="noStrike">
          <a:solidFill>
            <a:schemeClr val="dk1"/>
          </a:solidFill>
          <a:uFillTx/>
          <a:latin typeface="Calibri"/>
        </a:defRPr>
      </a:lvl5pPr>
      <a:lvl6pPr>
        <a:defRPr lang="de-DE" sz="2000" b="0" u="none" strike="noStrike">
          <a:solidFill>
            <a:schemeClr val="dk1"/>
          </a:solidFill>
          <a:uFillTx/>
          <a:latin typeface="Calibri"/>
        </a:defRPr>
      </a:lvl6pPr>
      <a:lvl7pPr>
        <a:defRPr lang="de-DE" sz="2000" b="0" u="none" strike="noStrike">
          <a:solidFill>
            <a:schemeClr val="dk1"/>
          </a:solidFill>
          <a:uFillTx/>
          <a:latin typeface="Calibri"/>
        </a:defRPr>
      </a:lvl7pPr>
      <a:lvl8pPr>
        <a:defRPr lang="de-DE" sz="2000" b="0" u="none" strike="noStrike">
          <a:solidFill>
            <a:schemeClr val="dk1"/>
          </a:solidFill>
          <a:uFillTx/>
          <a:latin typeface="Calibri"/>
        </a:defRPr>
      </a:lvl8pPr>
      <a:lvl9pPr>
        <a:defRPr lang="de-DE" sz="2000" b="0" u="none" strike="noStrike">
          <a:solidFill>
            <a:schemeClr val="dk1"/>
          </a:solidFill>
          <a:uFillTx/>
          <a:latin typeface="Calibri"/>
        </a:defRPr>
      </a:lvl9pPr>
    </p:bodyStyle>
  </p:txStyles>
  <p:extLst>
    <p:ext uri="urn:com:collaboraoffice:names:experimental:ooxml:xmlns:coext:1.0">
      <coext:pageGuid xmlns:coext="urn:com:collaboraoffice:names:experimental:ooxml:xmlns:coext:1.0" val="{68D26C28-EF4E-49B0-842E-F106A5C15ABB}"/>
    </p:ext>
  </p:ext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64" name="Graphic 2"/>
          <p:cNvPicPr/>
          <p:nvPr/>
        </p:nvPicPr>
        <p:blipFill>
          <a:blip r:embed="rId2">
            <a:extLst>
              <a:ext uri="{96DAC541-7B7A-43D3-8B79-37D633B846F1}">
                <asvg:svgBlip xmlns:asvg="http://schemas.microsoft.com/office/drawing/2016/SVG/main" r:embed="rId3"/>
              </a:ext>
            </a:extLst>
          </a:blip>
          <a:stretch/>
        </p:blipFill>
        <p:spPr>
          <a:xfrm>
            <a:off x="779040" y="6096960"/>
            <a:ext cx="697320" cy="601200"/>
          </a:xfrm>
          <a:prstGeom prst="rect">
            <a:avLst/>
          </a:prstGeom>
          <a:noFill/>
          <a:ln w="0">
            <a:noFill/>
          </a:ln>
        </p:spPr>
      </p:pic>
      <p:pic>
        <p:nvPicPr>
          <p:cNvPr id="65" name="Picture 38" descr="A close up of a network&#10;&#10;Description automatically generated"/>
          <p:cNvPicPr/>
          <p:nvPr/>
        </p:nvPicPr>
        <p:blipFill>
          <a:blip r:embed="rId4"/>
          <a:stretch/>
        </p:blipFill>
        <p:spPr>
          <a:xfrm>
            <a:off x="5880240" y="-38160"/>
            <a:ext cx="7143840" cy="7081920"/>
          </a:xfrm>
          <a:prstGeom prst="rect">
            <a:avLst/>
          </a:prstGeom>
          <a:noFill/>
          <a:ln w="0">
            <a:noFill/>
          </a:ln>
        </p:spPr>
      </p:pic>
      <p:sp>
        <p:nvSpPr>
          <p:cNvPr id="66" name="TextBox 2"/>
          <p:cNvSpPr/>
          <p:nvPr/>
        </p:nvSpPr>
        <p:spPr>
          <a:xfrm>
            <a:off x="1341000" y="2498040"/>
            <a:ext cx="3778560" cy="2725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1200" b="0" u="none" strike="noStrike">
                <a:solidFill>
                  <a:schemeClr val="dk1"/>
                </a:solidFill>
                <a:effectLst/>
                <a:uFillTx/>
                <a:latin typeface="Didact Gothic"/>
              </a:rPr>
              <a:t>xtract</a:t>
            </a:r>
            <a:endParaRPr lang="es" sz="1200" b="0" u="none" strike="noStrike">
              <a:solidFill>
                <a:srgbClr val="000000"/>
              </a:solidFill>
              <a:effectLst/>
              <a:uFillTx/>
              <a:latin typeface="Calibri"/>
            </a:endParaRPr>
          </a:p>
        </p:txBody>
      </p:sp>
      <p:sp>
        <p:nvSpPr>
          <p:cNvPr id="67" name="TextBox 3"/>
          <p:cNvSpPr/>
          <p:nvPr/>
        </p:nvSpPr>
        <p:spPr>
          <a:xfrm>
            <a:off x="1341000" y="3013920"/>
            <a:ext cx="3778560" cy="2725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1200" b="0" u="none" strike="noStrike">
                <a:solidFill>
                  <a:schemeClr val="dk1"/>
                </a:solidFill>
                <a:effectLst/>
                <a:uFillTx/>
                <a:latin typeface="Didact Gothic"/>
              </a:rPr>
              <a:t>xtract</a:t>
            </a:r>
            <a:endParaRPr lang="es" sz="1200" b="0" u="none" strike="noStrike">
              <a:solidFill>
                <a:srgbClr val="000000"/>
              </a:solidFill>
              <a:effectLst/>
              <a:uFillTx/>
              <a:latin typeface="Calibri"/>
            </a:endParaRPr>
          </a:p>
        </p:txBody>
      </p:sp>
      <p:sp>
        <p:nvSpPr>
          <p:cNvPr id="68" name="TextBox 22"/>
          <p:cNvSpPr/>
          <p:nvPr/>
        </p:nvSpPr>
        <p:spPr>
          <a:xfrm>
            <a:off x="1341000" y="3553560"/>
            <a:ext cx="4143960" cy="2725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1200" b="0" u="none" strike="noStrike">
                <a:solidFill>
                  <a:schemeClr val="dk1"/>
                </a:solidFill>
                <a:effectLst/>
                <a:uFillTx/>
                <a:latin typeface="Didact Gothic"/>
              </a:rPr>
              <a:t>xtract</a:t>
            </a:r>
            <a:endParaRPr lang="es" sz="1200" b="0" u="none" strike="noStrike">
              <a:solidFill>
                <a:srgbClr val="000000"/>
              </a:solidFill>
              <a:effectLst/>
              <a:uFillTx/>
              <a:latin typeface="Calibri"/>
            </a:endParaRPr>
          </a:p>
        </p:txBody>
      </p:sp>
      <p:sp>
        <p:nvSpPr>
          <p:cNvPr id="69" name="TextBox 25"/>
          <p:cNvSpPr/>
          <p:nvPr/>
        </p:nvSpPr>
        <p:spPr>
          <a:xfrm>
            <a:off x="1341000" y="4093200"/>
            <a:ext cx="4143960" cy="2725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1200" b="0" u="none" strike="noStrike">
                <a:solidFill>
                  <a:schemeClr val="dk1"/>
                </a:solidFill>
                <a:effectLst/>
                <a:uFillTx/>
                <a:latin typeface="Didact Gothic"/>
              </a:rPr>
              <a:t>xtract</a:t>
            </a:r>
            <a:endParaRPr lang="es" sz="1200" b="0" u="none" strike="noStrike">
              <a:solidFill>
                <a:srgbClr val="000000"/>
              </a:solidFill>
              <a:effectLst/>
              <a:uFillTx/>
              <a:latin typeface="Calibri"/>
            </a:endParaRPr>
          </a:p>
        </p:txBody>
      </p:sp>
      <p:sp>
        <p:nvSpPr>
          <p:cNvPr id="70" name="TextBox 26"/>
          <p:cNvSpPr/>
          <p:nvPr/>
        </p:nvSpPr>
        <p:spPr>
          <a:xfrm>
            <a:off x="1341000" y="4596120"/>
            <a:ext cx="3778560" cy="2725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1200" b="0" u="none" strike="noStrike">
                <a:solidFill>
                  <a:schemeClr val="dk1"/>
                </a:solidFill>
                <a:effectLst/>
                <a:uFillTx/>
                <a:latin typeface="Didact Gothic"/>
              </a:rPr>
              <a:t>xtract</a:t>
            </a:r>
            <a:endParaRPr lang="es" sz="1200" b="0" u="none" strike="noStrike">
              <a:solidFill>
                <a:srgbClr val="000000"/>
              </a:solidFill>
              <a:effectLst/>
              <a:uFillTx/>
              <a:latin typeface="Calibri"/>
            </a:endParaRPr>
          </a:p>
        </p:txBody>
      </p:sp>
      <p:sp>
        <p:nvSpPr>
          <p:cNvPr id="71" name="Title 1"/>
          <p:cNvSpPr/>
          <p:nvPr/>
        </p:nvSpPr>
        <p:spPr>
          <a:xfrm>
            <a:off x="8047080" y="4500000"/>
            <a:ext cx="3377160" cy="8852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90000"/>
              </a:lnSpc>
            </a:pPr>
            <a:r>
              <a:rPr lang="en-US" sz="4000" b="0" u="none" strike="noStrike">
                <a:solidFill>
                  <a:schemeClr val="lt1"/>
                </a:solidFill>
                <a:effectLst/>
                <a:uFillTx/>
                <a:latin typeface="Didact Gothic"/>
              </a:rPr>
              <a:t>THANK YOU</a:t>
            </a:r>
            <a:endParaRPr lang="es" sz="4000" b="0" u="none" strike="noStrike">
              <a:solidFill>
                <a:srgbClr val="000000"/>
              </a:solidFill>
              <a:effectLst/>
              <a:uFillTx/>
              <a:latin typeface="Calibri"/>
            </a:endParaRPr>
          </a:p>
        </p:txBody>
      </p:sp>
      <p:pic>
        <p:nvPicPr>
          <p:cNvPr id="72" name="Graphic 4"/>
          <p:cNvPicPr/>
          <p:nvPr/>
        </p:nvPicPr>
        <p:blipFill>
          <a:blip r:embed="rId5">
            <a:extLst>
              <a:ext uri="{96DAC541-7B7A-43D3-8B79-37D633B846F1}">
                <asvg:svgBlip xmlns:asvg="http://schemas.microsoft.com/office/drawing/2016/SVG/main" r:embed="rId6"/>
              </a:ext>
            </a:extLst>
          </a:blip>
          <a:stretch/>
        </p:blipFill>
        <p:spPr>
          <a:xfrm>
            <a:off x="8851680" y="2388960"/>
            <a:ext cx="1768320" cy="1525320"/>
          </a:xfrm>
          <a:prstGeom prst="rect">
            <a:avLst/>
          </a:prstGeom>
          <a:noFill/>
          <a:ln w="0">
            <a:noFill/>
          </a:ln>
        </p:spPr>
      </p:pic>
      <p:pic>
        <p:nvPicPr>
          <p:cNvPr id="73" name="Graphic 9"/>
          <p:cNvPicPr/>
          <p:nvPr/>
        </p:nvPicPr>
        <p:blipFill>
          <a:blip r:embed="rId7">
            <a:extLst>
              <a:ext uri="{96DAC541-7B7A-43D3-8B79-37D633B846F1}">
                <asvg:svgBlip xmlns:asvg="http://schemas.microsoft.com/office/drawing/2016/SVG/main" r:embed="rId8"/>
              </a:ext>
            </a:extLst>
          </a:blip>
          <a:stretch/>
        </p:blipFill>
        <p:spPr>
          <a:xfrm>
            <a:off x="0" y="0"/>
            <a:ext cx="12190680" cy="6856560"/>
          </a:xfrm>
          <a:prstGeom prst="rect">
            <a:avLst/>
          </a:prstGeom>
          <a:noFill/>
          <a:ln w="0">
            <a:noFill/>
          </a:ln>
        </p:spPr>
      </p:pic>
      <p:pic>
        <p:nvPicPr>
          <p:cNvPr id="74" name="Graphic 11"/>
          <p:cNvPicPr/>
          <p:nvPr/>
        </p:nvPicPr>
        <p:blipFill>
          <a:blip r:embed="rId9">
            <a:extLst>
              <a:ext uri="{96DAC541-7B7A-43D3-8B79-37D633B846F1}">
                <asvg:svgBlip xmlns:asvg="http://schemas.microsoft.com/office/drawing/2016/SVG/main" r:embed="rId10"/>
              </a:ext>
            </a:extLst>
          </a:blip>
          <a:stretch/>
        </p:blipFill>
        <p:spPr>
          <a:xfrm>
            <a:off x="0" y="0"/>
            <a:ext cx="12190680" cy="6856560"/>
          </a:xfrm>
          <a:prstGeom prst="rect">
            <a:avLst/>
          </a:prstGeom>
          <a:noFill/>
          <a:ln w="0">
            <a:noFill/>
          </a:ln>
        </p:spPr>
      </p:pic>
      <p:pic>
        <p:nvPicPr>
          <p:cNvPr id="75" name="Graphic 17"/>
          <p:cNvPicPr/>
          <p:nvPr/>
        </p:nvPicPr>
        <p:blipFill>
          <a:blip r:embed="rId11">
            <a:extLst>
              <a:ext uri="{96DAC541-7B7A-43D3-8B79-37D633B846F1}">
                <asvg:svgBlip xmlns:asvg="http://schemas.microsoft.com/office/drawing/2016/SVG/main" r:embed="rId12"/>
              </a:ext>
            </a:extLst>
          </a:blip>
          <a:stretch/>
        </p:blipFill>
        <p:spPr>
          <a:xfrm>
            <a:off x="833760" y="2422080"/>
            <a:ext cx="370080" cy="370080"/>
          </a:xfrm>
          <a:prstGeom prst="rect">
            <a:avLst/>
          </a:prstGeom>
          <a:noFill/>
          <a:ln w="0">
            <a:noFill/>
          </a:ln>
        </p:spPr>
      </p:pic>
      <p:pic>
        <p:nvPicPr>
          <p:cNvPr id="76" name="Graphic 30"/>
          <p:cNvPicPr/>
          <p:nvPr/>
        </p:nvPicPr>
        <p:blipFill>
          <a:blip r:embed="rId13">
            <a:extLst>
              <a:ext uri="{96DAC541-7B7A-43D3-8B79-37D633B846F1}">
                <asvg:svgBlip xmlns:asvg="http://schemas.microsoft.com/office/drawing/2016/SVG/main" r:embed="rId14"/>
              </a:ext>
            </a:extLst>
          </a:blip>
          <a:stretch/>
        </p:blipFill>
        <p:spPr>
          <a:xfrm>
            <a:off x="843120" y="3480120"/>
            <a:ext cx="370080" cy="370080"/>
          </a:xfrm>
          <a:prstGeom prst="rect">
            <a:avLst/>
          </a:prstGeom>
          <a:noFill/>
          <a:ln w="0">
            <a:noFill/>
          </a:ln>
        </p:spPr>
      </p:pic>
      <p:pic>
        <p:nvPicPr>
          <p:cNvPr id="77" name="Graphic 32"/>
          <p:cNvPicPr/>
          <p:nvPr/>
        </p:nvPicPr>
        <p:blipFill>
          <a:blip r:embed="rId15">
            <a:extLst>
              <a:ext uri="{96DAC541-7B7A-43D3-8B79-37D633B846F1}">
                <asvg:svgBlip xmlns:asvg="http://schemas.microsoft.com/office/drawing/2016/SVG/main" r:embed="rId16"/>
              </a:ext>
            </a:extLst>
          </a:blip>
          <a:stretch/>
        </p:blipFill>
        <p:spPr>
          <a:xfrm>
            <a:off x="833760" y="2958480"/>
            <a:ext cx="360360" cy="360360"/>
          </a:xfrm>
          <a:prstGeom prst="rect">
            <a:avLst/>
          </a:prstGeom>
          <a:noFill/>
          <a:ln w="0">
            <a:noFill/>
          </a:ln>
        </p:spPr>
      </p:pic>
      <p:pic>
        <p:nvPicPr>
          <p:cNvPr id="78" name="Graphic 34"/>
          <p:cNvPicPr/>
          <p:nvPr/>
        </p:nvPicPr>
        <p:blipFill>
          <a:blip r:embed="rId17">
            <a:extLst>
              <a:ext uri="{96DAC541-7B7A-43D3-8B79-37D633B846F1}">
                <asvg:svgBlip xmlns:asvg="http://schemas.microsoft.com/office/drawing/2016/SVG/main" r:embed="rId18"/>
              </a:ext>
            </a:extLst>
          </a:blip>
          <a:stretch/>
        </p:blipFill>
        <p:spPr>
          <a:xfrm>
            <a:off x="843120" y="4041720"/>
            <a:ext cx="370080" cy="370080"/>
          </a:xfrm>
          <a:prstGeom prst="rect">
            <a:avLst/>
          </a:prstGeom>
          <a:noFill/>
          <a:ln w="0">
            <a:noFill/>
          </a:ln>
        </p:spPr>
      </p:pic>
      <p:pic>
        <p:nvPicPr>
          <p:cNvPr id="79" name="Graphic 36"/>
          <p:cNvPicPr/>
          <p:nvPr/>
        </p:nvPicPr>
        <p:blipFill>
          <a:blip r:embed="rId19">
            <a:extLst>
              <a:ext uri="{96DAC541-7B7A-43D3-8B79-37D633B846F1}">
                <asvg:svgBlip xmlns:asvg="http://schemas.microsoft.com/office/drawing/2016/SVG/main" r:embed="rId20"/>
              </a:ext>
            </a:extLst>
          </a:blip>
          <a:stretch/>
        </p:blipFill>
        <p:spPr>
          <a:xfrm>
            <a:off x="847080" y="4540320"/>
            <a:ext cx="370080" cy="370080"/>
          </a:xfrm>
          <a:prstGeom prst="rect">
            <a:avLst/>
          </a:prstGeom>
          <a:noFill/>
          <a:ln w="0">
            <a:noFill/>
          </a:ln>
        </p:spPr>
      </p:pic>
      <p:sp>
        <p:nvSpPr>
          <p:cNvPr id="8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defTabSz="914400">
              <a:lnSpc>
                <a:spcPct val="102000"/>
              </a:lnSpc>
              <a:buNone/>
              <a:tabLst>
                <a:tab pos="0" algn="l"/>
              </a:tabLst>
              <a:defRPr lang="de-DE" sz="1800" b="0" u="none" strike="noStrike">
                <a:solidFill>
                  <a:schemeClr val="dk1"/>
                </a:solidFill>
                <a:effectLst/>
                <a:uFillTx/>
                <a:latin typeface="Calibri"/>
              </a:defRPr>
            </a:lvl1pPr>
          </a:lstStyle>
          <a:p>
            <a:pPr indent="0" algn="l" defTabSz="914400">
              <a:lnSpc>
                <a:spcPct val="102000"/>
              </a:lnSpc>
              <a:buNone/>
              <a:tabLst>
                <a:tab pos="0" algn="l"/>
              </a:tabLst>
            </a:pPr>
            <a:r>
              <a:rPr lang="de-DE" sz="1800" b="0" u="none" strike="noStrike">
                <a:solidFill>
                  <a:schemeClr val="dk1"/>
                </a:solidFill>
                <a:effectLst/>
                <a:uFillTx/>
                <a:latin typeface="Calibri"/>
              </a:rPr>
              <a:t>Pulse para editar el formato del texto de título</a:t>
            </a:r>
            <a:endParaRPr lang="de-DE" sz="1800" b="0" u="none" strike="noStrike">
              <a:solidFill>
                <a:schemeClr val="dk1"/>
              </a:solidFill>
              <a:effectLst/>
              <a:uFillTx/>
              <a:latin typeface="Calibri"/>
            </a:endParaRPr>
          </a:p>
        </p:txBody>
      </p:sp>
      <p:sp>
        <p:nvSpPr>
          <p:cNvPr id="81"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102000"/>
              </a:lnSpc>
              <a:spcBef>
                <a:spcPts val="1417"/>
              </a:spcBef>
              <a:buClr>
                <a:srgbClr val="000000"/>
              </a:buClr>
              <a:buSzPct val="45000"/>
              <a:buFont typeface="Wingdings" charset="2"/>
              <a:buChar char=""/>
              <a:defRPr lang="de-DE" sz="2800" b="0" u="none" strike="noStrike">
                <a:solidFill>
                  <a:schemeClr val="dk1"/>
                </a:solidFill>
                <a:effectLst/>
                <a:uFillTx/>
                <a:latin typeface="Calibri"/>
              </a:defRPr>
            </a:lvl1pPr>
            <a:lvl2pPr lvl="1" algn="l" defTabSz="914400">
              <a:lnSpc>
                <a:spcPct val="102000"/>
              </a:lnSpc>
              <a:spcBef>
                <a:spcPts val="1134"/>
              </a:spcBef>
              <a:buClr>
                <a:srgbClr val="000000"/>
              </a:buClr>
              <a:buSzPct val="75000"/>
              <a:buFont typeface="Symbol" charset="2"/>
              <a:buChar char=""/>
              <a:defRPr lang="de-DE" sz="2000" b="0" u="none" strike="noStrike">
                <a:solidFill>
                  <a:schemeClr val="dk1"/>
                </a:solidFill>
                <a:effectLst/>
                <a:uFillTx/>
                <a:latin typeface="Calibri"/>
              </a:defRPr>
            </a:lvl2pPr>
            <a:lvl3pPr lvl="2" algn="l" defTabSz="914400">
              <a:lnSpc>
                <a:spcPct val="102000"/>
              </a:lnSpc>
              <a:spcBef>
                <a:spcPts val="850"/>
              </a:spcBef>
              <a:buClr>
                <a:srgbClr val="000000"/>
              </a:buClr>
              <a:buSzPct val="45000"/>
              <a:buFont typeface="Wingdings" charset="2"/>
              <a:buChar char=""/>
              <a:defRPr lang="de-DE" sz="1800" b="0" u="none" strike="noStrike">
                <a:solidFill>
                  <a:schemeClr val="dk1"/>
                </a:solidFill>
                <a:effectLst/>
                <a:uFillTx/>
                <a:latin typeface="Calibri"/>
              </a:defRPr>
            </a:lvl3pPr>
            <a:lvl4pPr lvl="3" algn="l" defTabSz="914400">
              <a:lnSpc>
                <a:spcPct val="102000"/>
              </a:lnSpc>
              <a:spcBef>
                <a:spcPts val="567"/>
              </a:spcBef>
              <a:buClr>
                <a:srgbClr val="000000"/>
              </a:buClr>
              <a:buSzPct val="75000"/>
              <a:buFont typeface="Symbol" charset="2"/>
              <a:buChar char=""/>
              <a:defRPr lang="de-DE" sz="1800" b="0" u="none" strike="noStrike">
                <a:solidFill>
                  <a:schemeClr val="dk1"/>
                </a:solidFill>
                <a:effectLst/>
                <a:uFillTx/>
                <a:latin typeface="Calibri"/>
              </a:defRPr>
            </a:lvl4pPr>
            <a:lvl5pPr lvl="4"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5pPr>
            <a:lvl6pPr lvl="5"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6pPr>
            <a:lvl7pPr lvl="6" algn="l" defTabSz="914400">
              <a:lnSpc>
                <a:spcPct val="102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7pPr>
          </a:lstStyle>
          <a:p>
            <a:pPr marL="228600" indent="-228600" algn="l" defTabSz="914400">
              <a:lnSpc>
                <a:spcPct val="102000"/>
              </a:lnSpc>
              <a:spcBef>
                <a:spcPts val="1417"/>
              </a:spcBef>
              <a:buClr>
                <a:srgbClr val="000000"/>
              </a:buClr>
              <a:buSzPct val="45000"/>
              <a:buFont typeface="Wingdings" charset="2"/>
              <a:buChar char=""/>
            </a:pPr>
            <a:r>
              <a:rPr lang="de-DE" sz="2800" b="0" u="none" strike="noStrike">
                <a:solidFill>
                  <a:schemeClr val="dk1"/>
                </a:solidFill>
                <a:effectLst/>
                <a:uFillTx/>
                <a:latin typeface="Calibri"/>
              </a:rPr>
              <a:t>Pulse para editar el formato de texto del esquema</a:t>
            </a:r>
            <a:endParaRPr lang="de-DE" sz="2800" b="0" u="none" strike="noStrike">
              <a:solidFill>
                <a:schemeClr val="dk1"/>
              </a:solidFill>
              <a:effectLst/>
              <a:uFillTx/>
              <a:latin typeface="Calibri"/>
            </a:endParaRPr>
          </a:p>
          <a:p>
            <a:pPr marL="864000" lvl="1" indent="-324000" algn="l" defTabSz="914400">
              <a:lnSpc>
                <a:spcPct val="102000"/>
              </a:lnSpc>
              <a:spcBef>
                <a:spcPts val="1134"/>
              </a:spcBef>
              <a:buClr>
                <a:srgbClr val="000000"/>
              </a:buClr>
              <a:buSzPct val="75000"/>
              <a:buFont typeface="Symbol" charset="2"/>
              <a:buChar char=""/>
            </a:pPr>
            <a:r>
              <a:rPr lang="de-DE" sz="2000" b="0" u="none" strike="noStrike">
                <a:solidFill>
                  <a:schemeClr val="dk1"/>
                </a:solidFill>
                <a:effectLst/>
                <a:uFillTx/>
                <a:latin typeface="Calibri"/>
              </a:rPr>
              <a:t>Segundo nivel del esquema</a:t>
            </a:r>
            <a:endParaRPr lang="de-DE" sz="2000" b="0" u="none" strike="noStrike">
              <a:solidFill>
                <a:schemeClr val="dk1"/>
              </a:solidFill>
              <a:effectLst/>
              <a:uFillTx/>
              <a:latin typeface="Calibri"/>
            </a:endParaRPr>
          </a:p>
          <a:p>
            <a:pPr marL="1296000" lvl="2" indent="-288000" algn="l" defTabSz="914400">
              <a:lnSpc>
                <a:spcPct val="102000"/>
              </a:lnSpc>
              <a:spcBef>
                <a:spcPts val="850"/>
              </a:spcBef>
              <a:buClr>
                <a:srgbClr val="000000"/>
              </a:buClr>
              <a:buSzPct val="45000"/>
              <a:buFont typeface="Wingdings" charset="2"/>
              <a:buChar char=""/>
            </a:pPr>
            <a:r>
              <a:rPr lang="de-DE" sz="1800" b="0" u="none" strike="noStrike">
                <a:solidFill>
                  <a:schemeClr val="dk1"/>
                </a:solidFill>
                <a:effectLst/>
                <a:uFillTx/>
                <a:latin typeface="Calibri"/>
              </a:rPr>
              <a:t>Tercer nivel del esquema</a:t>
            </a:r>
            <a:endParaRPr lang="de-DE" sz="1800" b="0" u="none" strike="noStrike">
              <a:solidFill>
                <a:schemeClr val="dk1"/>
              </a:solidFill>
              <a:effectLst/>
              <a:uFillTx/>
              <a:latin typeface="Calibri"/>
            </a:endParaRPr>
          </a:p>
          <a:p>
            <a:pPr marL="1728000" lvl="3" indent="-216000" algn="l" defTabSz="914400">
              <a:lnSpc>
                <a:spcPct val="102000"/>
              </a:lnSpc>
              <a:spcBef>
                <a:spcPts val="567"/>
              </a:spcBef>
              <a:buClr>
                <a:srgbClr val="000000"/>
              </a:buClr>
              <a:buSzPct val="75000"/>
              <a:buFont typeface="Symbol" charset="2"/>
              <a:buChar char=""/>
            </a:pPr>
            <a:r>
              <a:rPr lang="de-DE" sz="1800" b="0" u="none" strike="noStrike">
                <a:solidFill>
                  <a:schemeClr val="dk1"/>
                </a:solidFill>
                <a:effectLst/>
                <a:uFillTx/>
                <a:latin typeface="Calibri"/>
              </a:rPr>
              <a:t>Cuarto nivel del esquema</a:t>
            </a:r>
            <a:endParaRPr lang="de-DE" sz="1800" b="0" u="none" strike="noStrike">
              <a:solidFill>
                <a:schemeClr val="dk1"/>
              </a:solidFill>
              <a:effectLst/>
              <a:uFillTx/>
              <a:latin typeface="Calibri"/>
            </a:endParaRPr>
          </a:p>
          <a:p>
            <a:pPr marL="2160000" lvl="4"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Quinto nivel del esquema</a:t>
            </a:r>
            <a:endParaRPr lang="de-DE" sz="2000" b="0" u="none" strike="noStrike">
              <a:solidFill>
                <a:schemeClr val="dk1"/>
              </a:solidFill>
              <a:effectLst/>
              <a:uFillTx/>
              <a:latin typeface="Calibri"/>
            </a:endParaRPr>
          </a:p>
          <a:p>
            <a:pPr marL="2592000" lvl="5"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Sexto nivel del esquema</a:t>
            </a:r>
            <a:endParaRPr lang="de-DE" sz="2000" b="0" u="none" strike="noStrike">
              <a:solidFill>
                <a:schemeClr val="dk1"/>
              </a:solidFill>
              <a:effectLst/>
              <a:uFillTx/>
              <a:latin typeface="Calibri"/>
            </a:endParaRPr>
          </a:p>
          <a:p>
            <a:pPr marL="3024000" lvl="6" indent="-216000" algn="l" defTabSz="914400">
              <a:lnSpc>
                <a:spcPct val="102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Séptimo nivel del esquema</a:t>
            </a:r>
            <a:endParaRPr lang="de-DE"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67" r:id="rId21"/>
  </p:sldLayoutIdLst>
  <p:txStyles>
    <p:titleStyle>
      <a:lvl1pPr>
        <a:defRPr lang="de-DE" sz="1800" b="0" u="none" strike="noStrike">
          <a:solidFill>
            <a:schemeClr val="dk1"/>
          </a:solidFill>
          <a:uFillTx/>
          <a:latin typeface="Calibri"/>
        </a:defRPr>
      </a:lvl1pPr>
    </p:titleStyle>
    <p:bodyStyle>
      <a:lvl1pPr>
        <a:defRPr lang="de-DE" sz="2800" b="0" u="none" strike="noStrike">
          <a:solidFill>
            <a:schemeClr val="dk1"/>
          </a:solidFill>
          <a:uFillTx/>
          <a:latin typeface="Calibri"/>
        </a:defRPr>
      </a:lvl1pPr>
      <a:lvl2pPr>
        <a:defRPr lang="de-DE" sz="2000" b="0" u="none" strike="noStrike">
          <a:solidFill>
            <a:schemeClr val="dk1"/>
          </a:solidFill>
          <a:uFillTx/>
          <a:latin typeface="Calibri"/>
        </a:defRPr>
      </a:lvl2pPr>
      <a:lvl3pPr>
        <a:defRPr lang="de-DE" sz="1800" b="0" u="none" strike="noStrike">
          <a:solidFill>
            <a:schemeClr val="dk1"/>
          </a:solidFill>
          <a:uFillTx/>
          <a:latin typeface="Calibri"/>
        </a:defRPr>
      </a:lvl3pPr>
      <a:lvl4pPr>
        <a:defRPr lang="de-DE" sz="1800" b="0" u="none" strike="noStrike">
          <a:solidFill>
            <a:schemeClr val="dk1"/>
          </a:solidFill>
          <a:uFillTx/>
          <a:latin typeface="Calibri"/>
        </a:defRPr>
      </a:lvl4pPr>
      <a:lvl5pPr>
        <a:defRPr lang="de-DE" sz="2000" b="0" u="none" strike="noStrike">
          <a:solidFill>
            <a:schemeClr val="dk1"/>
          </a:solidFill>
          <a:uFillTx/>
          <a:latin typeface="Calibri"/>
        </a:defRPr>
      </a:lvl5pPr>
      <a:lvl6pPr>
        <a:defRPr lang="de-DE" sz="2000" b="0" u="none" strike="noStrike">
          <a:solidFill>
            <a:schemeClr val="dk1"/>
          </a:solidFill>
          <a:uFillTx/>
          <a:latin typeface="Calibri"/>
        </a:defRPr>
      </a:lvl6pPr>
      <a:lvl7pPr>
        <a:defRPr lang="de-DE" sz="2000" b="0" u="none" strike="noStrike">
          <a:solidFill>
            <a:schemeClr val="dk1"/>
          </a:solidFill>
          <a:uFillTx/>
          <a:latin typeface="Calibri"/>
        </a:defRPr>
      </a:lvl7pPr>
      <a:lvl8pPr>
        <a:defRPr lang="de-DE" sz="2000" b="0" u="none" strike="noStrike">
          <a:solidFill>
            <a:schemeClr val="dk1"/>
          </a:solidFill>
          <a:uFillTx/>
          <a:latin typeface="Calibri"/>
        </a:defRPr>
      </a:lvl8pPr>
      <a:lvl9pPr>
        <a:defRPr lang="de-DE" sz="2000" b="0" u="none" strike="noStrike">
          <a:solidFill>
            <a:schemeClr val="dk1"/>
          </a:solidFill>
          <a:uFillTx/>
          <a:latin typeface="Calibri"/>
        </a:defRPr>
      </a:lvl9pPr>
    </p:bodyStyle>
  </p:txStyles>
  <p:extLst>
    <p:ext uri="urn:com:collaboraoffice:names:experimental:ooxml:xmlns:coext:1.0">
      <coext:pageGuid xmlns:coext="urn:com:collaboraoffice:names:experimental:ooxml:xmlns:coext:1.0" val="{025BCD34-7398-4729-9BF7-240F18A071EB}"/>
    </p:ext>
  </p:extLst>
</p:sldMaster>
</file>

<file path=ppt/slides/_rels/slide1.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9.xml"/><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3.xml"/><Relationship Id="rId3" Type="http://schemas.openxmlformats.org/officeDocument/2006/relationships/image" Target="../media/image23.jpg"/><Relationship Id="rId4"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image" Target="../media/image24.jpg"/><Relationship Id="rId2" Type="http://schemas.openxmlformats.org/officeDocument/2006/relationships/slideLayout" Target="../slideLayouts/slideLayout2.xml"/><Relationship Id="rId3" Type="http://schemas.openxmlformats.org/officeDocument/2006/relationships/image" Target="../media/image25.jpg"/><Relationship Id="rId4" Type="http://schemas.openxmlformats.org/officeDocument/2006/relationships/image" Target="../media/image26.png"/><Relationship Id="rId5"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hyperlink" Target="https://www.linkedin.com/company/xtract-project/" TargetMode="External"/><Relationship Id="rId2" Type="http://schemas.openxmlformats.org/officeDocument/2006/relationships/hyperlink" Target="https://www.youtube.com/channel/UC9eNoqHV2BLXc37Q_CTwFuQ" TargetMode="External"/><Relationship Id="rId3" Type="http://schemas.openxmlformats.org/officeDocument/2006/relationships/hyperlink" Target="https://twitter.com/xtract_project" TargetMode="External"/><Relationship Id="rId4" Type="http://schemas.openxmlformats.org/officeDocument/2006/relationships/hyperlink" Target="https://xtract-project.eu/" TargetMode="External"/><Relationship Id="rId5" Type="http://schemas.openxmlformats.org/officeDocument/2006/relationships/hyperlink" Target="mailto:info@xtract-project.eu" TargetMode="External"/><Relationship Id="rId6" Type="http://schemas.openxmlformats.org/officeDocument/2006/relationships/image" Target="../media/image21.png"/><Relationship Id="rId7" Type="http://schemas.openxmlformats.org/officeDocument/2006/relationships/slideLayout" Target="../slideLayouts/slideLayout10.xml"/><Relationship Id="rId8"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1">
  <p:cSld>
    <p:spTree>
      <p:nvGrpSpPr>
        <p:cNvPr id="1" name=""/>
        <p:cNvGrpSpPr/>
        <p:nvPr/>
      </p:nvGrpSpPr>
      <p:grpSpPr>
        <a:xfrm>
          <a:off x="0" y="0"/>
          <a:ext cx="0" cy="0"/>
          <a:chOff x="0" y="0"/>
          <a:chExt cx="0" cy="0"/>
        </a:xfrm>
      </p:grpSpPr>
      <p:grpSp>
        <p:nvGrpSpPr>
          <p:cNvPr id="87" name="Group 19"/>
          <p:cNvGrpSpPr/>
          <p:nvPr/>
        </p:nvGrpSpPr>
        <p:grpSpPr>
          <a:xfrm>
            <a:off x="7091640" y="5924160"/>
            <a:ext cx="5031000" cy="891720"/>
            <a:chOff x="7091640" y="5924160"/>
            <a:chExt cx="5031000" cy="891720"/>
          </a:xfrm>
        </p:grpSpPr>
        <p:sp>
          <p:nvSpPr>
            <p:cNvPr id="88" name="TextBox 8"/>
            <p:cNvSpPr/>
            <p:nvPr/>
          </p:nvSpPr>
          <p:spPr>
            <a:xfrm>
              <a:off x="7864560" y="6070320"/>
              <a:ext cx="4258080" cy="5691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1050" b="0" u="none" strike="noStrike">
                  <a:solidFill>
                    <a:schemeClr val="dk1"/>
                  </a:solidFill>
                  <a:effectLst/>
                  <a:uFillTx/>
                  <a:latin typeface="Didact Gothic"/>
                </a:rPr>
                <a:t>This project has received funding from the European Union’s Horizon Europe Research and Innovation Programme under Grant Agreement no. 101138432</a:t>
              </a:r>
              <a:endParaRPr lang="es" sz="1050" b="0" u="none" strike="noStrike">
                <a:solidFill>
                  <a:srgbClr val="000000"/>
                </a:solidFill>
                <a:effectLst/>
                <a:uFillTx/>
                <a:latin typeface="Calibri"/>
              </a:endParaRPr>
            </a:p>
          </p:txBody>
        </p:sp>
        <p:pic>
          <p:nvPicPr>
            <p:cNvPr id="89" name="Picture 16" descr="A blue flag with yellow stars&#10;&#10;Description automatically generated"/>
            <p:cNvPicPr/>
            <p:nvPr/>
          </p:nvPicPr>
          <p:blipFill>
            <a:blip r:embed="rId1"/>
            <a:stretch/>
          </p:blipFill>
          <p:spPr>
            <a:xfrm>
              <a:off x="7091640" y="5924160"/>
              <a:ext cx="880200" cy="891720"/>
            </a:xfrm>
            <a:prstGeom prst="rect">
              <a:avLst/>
            </a:prstGeom>
            <a:noFill/>
            <a:ln w="0">
              <a:noFill/>
            </a:ln>
          </p:spPr>
        </p:pic>
      </p:grpSp>
      <p:sp>
        <p:nvSpPr>
          <p:cNvPr id="90" name="TextBox 89"/>
          <p:cNvSpPr txBox="1"/>
          <p:nvPr/>
        </p:nvSpPr>
        <p:spPr>
          <a:xfrm>
            <a:off x="7251192" y="1874519"/>
            <a:ext cx="4572000" cy="475488"/>
          </a:xfrm>
          <a:prstGeom prst="rect">
            <a:avLst/>
          </a:prstGeom>
          <a:noFill/>
        </p:spPr>
        <p:txBody>
          <a:bodyPr wrap="square" lIns="0" rIns="0" tIns="0" bIns="0" anchor="t">
            <a:spAutoFit/>
          </a:bodyPr>
          <a:lstStyle/>
          <a:p>
            <a:pPr algn="l">
              <a:lnSpc>
                <a:spcPct val="110000"/>
              </a:lnSpc>
              <a:spcAft>
                <a:spcPts val="400"/>
              </a:spcAft>
            </a:pPr>
            <a:r>
              <a:rPr sz="3400" b="1" spc="0">
                <a:solidFill>
                  <a:srgbClr val="5A8C3E"/>
                </a:solidFill>
                <a:latin typeface="Didact Gothic"/>
              </a:rPr>
              <a:t>T7.3</a:t>
            </a:r>
          </a:p>
        </p:txBody>
      </p:sp>
      <p:sp>
        <p:nvSpPr>
          <p:cNvPr id="91" name="TextBox 90"/>
          <p:cNvSpPr txBox="1"/>
          <p:nvPr/>
        </p:nvSpPr>
        <p:spPr>
          <a:xfrm>
            <a:off x="7251192" y="2404872"/>
            <a:ext cx="4572000" cy="777240"/>
          </a:xfrm>
          <a:prstGeom prst="rect">
            <a:avLst/>
          </a:prstGeom>
          <a:noFill/>
        </p:spPr>
        <p:txBody>
          <a:bodyPr wrap="square" lIns="0" rIns="0" tIns="0" bIns="0" anchor="t">
            <a:spAutoFit/>
          </a:bodyPr>
          <a:lstStyle/>
          <a:p>
            <a:pPr algn="l">
              <a:lnSpc>
                <a:spcPct val="110000"/>
              </a:lnSpc>
              <a:spcAft>
                <a:spcPts val="400"/>
              </a:spcAft>
            </a:pPr>
            <a:r>
              <a:rPr sz="2500" b="1" spc="0">
                <a:solidFill>
                  <a:srgbClr val="162C40"/>
                </a:solidFill>
                <a:latin typeface="Didact Gothic"/>
              </a:rPr>
              <a:t>Robotics for</a:t>
            </a:r>
          </a:p>
          <a:p>
            <a:pPr algn="l">
              <a:lnSpc>
                <a:spcPct val="110000"/>
              </a:lnSpc>
              <a:spcAft>
                <a:spcPts val="400"/>
              </a:spcAft>
            </a:pPr>
            <a:r>
              <a:rPr sz="2500" b="1" spc="0">
                <a:solidFill>
                  <a:srgbClr val="162C40"/>
                </a:solidFill>
                <a:latin typeface="Didact Gothic"/>
              </a:rPr>
              <a:t>mining automation</a:t>
            </a:r>
          </a:p>
        </p:txBody>
      </p:sp>
      <p:sp>
        <p:nvSpPr>
          <p:cNvPr id="92" name="TextBox 91"/>
          <p:cNvSpPr txBox="1"/>
          <p:nvPr/>
        </p:nvSpPr>
        <p:spPr>
          <a:xfrm>
            <a:off x="7251192" y="3374136"/>
            <a:ext cx="4572000" cy="320040"/>
          </a:xfrm>
          <a:prstGeom prst="rect">
            <a:avLst/>
          </a:prstGeom>
          <a:noFill/>
        </p:spPr>
        <p:txBody>
          <a:bodyPr wrap="square" lIns="0" rIns="0" tIns="0" bIns="0" anchor="t">
            <a:spAutoFit/>
          </a:bodyPr>
          <a:lstStyle/>
          <a:p>
            <a:pPr algn="l">
              <a:lnSpc>
                <a:spcPct val="110000"/>
              </a:lnSpc>
              <a:spcAft>
                <a:spcPts val="400"/>
              </a:spcAft>
            </a:pPr>
            <a:r>
              <a:rPr sz="1800" b="0" spc="0">
                <a:solidFill>
                  <a:srgbClr val="162C40"/>
                </a:solidFill>
                <a:latin typeface="Didact Gothic"/>
              </a:rPr>
              <a:t>XTRACT 7th General Assembly</a:t>
            </a:r>
          </a:p>
        </p:txBody>
      </p:sp>
      <p:sp>
        <p:nvSpPr>
          <p:cNvPr id="93" name="TextBox 92"/>
          <p:cNvSpPr txBox="1"/>
          <p:nvPr/>
        </p:nvSpPr>
        <p:spPr>
          <a:xfrm>
            <a:off x="7251192" y="3749039"/>
            <a:ext cx="4572000" cy="274320"/>
          </a:xfrm>
          <a:prstGeom prst="rect">
            <a:avLst/>
          </a:prstGeom>
          <a:noFill/>
        </p:spPr>
        <p:txBody>
          <a:bodyPr wrap="square" lIns="0" rIns="0" tIns="0" bIns="0" anchor="t">
            <a:spAutoFit/>
          </a:bodyPr>
          <a:lstStyle/>
          <a:p>
            <a:pPr algn="l">
              <a:lnSpc>
                <a:spcPct val="110000"/>
              </a:lnSpc>
              <a:spcAft>
                <a:spcPts val="400"/>
              </a:spcAft>
            </a:pPr>
            <a:r>
              <a:rPr sz="1400" b="0" spc="0">
                <a:solidFill>
                  <a:srgbClr val="5A8C3E"/>
                </a:solidFill>
                <a:latin typeface="Didact Gothic"/>
              </a:rPr>
              <a:t>Online | 14 October 2026</a:t>
            </a:r>
          </a:p>
        </p:txBody>
      </p:sp>
      <p:sp>
        <p:nvSpPr>
          <p:cNvPr id="94" name="TextBox 93"/>
          <p:cNvSpPr txBox="1"/>
          <p:nvPr/>
        </p:nvSpPr>
        <p:spPr>
          <a:xfrm>
            <a:off x="7251192" y="4352544"/>
            <a:ext cx="4572000" cy="320040"/>
          </a:xfrm>
          <a:prstGeom prst="rect">
            <a:avLst/>
          </a:prstGeom>
          <a:noFill/>
        </p:spPr>
        <p:txBody>
          <a:bodyPr wrap="square" lIns="0" rIns="0" tIns="0" bIns="0" anchor="t">
            <a:spAutoFit/>
          </a:bodyPr>
          <a:lstStyle/>
          <a:p>
            <a:pPr algn="l">
              <a:lnSpc>
                <a:spcPct val="110000"/>
              </a:lnSpc>
              <a:spcAft>
                <a:spcPts val="400"/>
              </a:spcAft>
            </a:pPr>
            <a:r>
              <a:rPr sz="1900" b="1" spc="0">
                <a:solidFill>
                  <a:srgbClr val="162C40"/>
                </a:solidFill>
                <a:latin typeface="Didact Gothic"/>
              </a:rPr>
              <a:t>Andreas Lefkatis</a:t>
            </a:r>
          </a:p>
        </p:txBody>
      </p:sp>
      <p:sp>
        <p:nvSpPr>
          <p:cNvPr id="95" name="TextBox 94"/>
          <p:cNvSpPr txBox="1"/>
          <p:nvPr/>
        </p:nvSpPr>
        <p:spPr>
          <a:xfrm>
            <a:off x="7251192" y="4736592"/>
            <a:ext cx="4572000" cy="310896"/>
          </a:xfrm>
          <a:prstGeom prst="rect">
            <a:avLst/>
          </a:prstGeom>
          <a:noFill/>
        </p:spPr>
        <p:txBody>
          <a:bodyPr wrap="square" lIns="0" rIns="0" tIns="0" bIns="0" anchor="t">
            <a:spAutoFit/>
          </a:bodyPr>
          <a:lstStyle/>
          <a:p>
            <a:pPr algn="l">
              <a:lnSpc>
                <a:spcPct val="110000"/>
              </a:lnSpc>
              <a:spcAft>
                <a:spcPts val="400"/>
              </a:spcAft>
            </a:pPr>
            <a:r>
              <a:rPr sz="1500" b="0" spc="0">
                <a:solidFill>
                  <a:srgbClr val="162C40"/>
                </a:solidFill>
                <a:latin typeface="Didact Gothic"/>
              </a:rPr>
              <a:t>T7.3 Task Lead | ACCELIGENCE</a:t>
            </a:r>
          </a:p>
        </p:txBody>
      </p:sp>
      <p:sp>
        <p:nvSpPr>
          <p:cNvPr id="96" name="TextBox 95"/>
          <p:cNvSpPr txBox="1"/>
          <p:nvPr/>
        </p:nvSpPr>
        <p:spPr>
          <a:xfrm>
            <a:off x="7251192" y="5093208"/>
            <a:ext cx="4572000" cy="274320"/>
          </a:xfrm>
          <a:prstGeom prst="rect">
            <a:avLst/>
          </a:prstGeom>
          <a:noFill/>
        </p:spPr>
        <p:txBody>
          <a:bodyPr wrap="square" lIns="0" rIns="0" tIns="0" bIns="0" anchor="t">
            <a:spAutoFit/>
          </a:bodyPr>
          <a:lstStyle/>
          <a:p>
            <a:pPr algn="l">
              <a:lnSpc>
                <a:spcPct val="110000"/>
              </a:lnSpc>
              <a:spcAft>
                <a:spcPts val="400"/>
              </a:spcAft>
            </a:pPr>
            <a:r>
              <a:rPr sz="1400" b="0" spc="0">
                <a:solidFill>
                  <a:srgbClr val="162C40"/>
                </a:solidFill>
                <a:latin typeface="Didact Gothic"/>
              </a:rPr>
              <a:t>andreas.lefkatis@acceligence.cy</a:t>
            </a:r>
          </a:p>
        </p:txBody>
      </p:sp>
      <p:sp>
        <p:nvSpPr>
          <p:cNvPr id="97" name="TextBox 96"/>
          <p:cNvSpPr txBox="1"/>
          <p:nvPr/>
        </p:nvSpPr>
        <p:spPr>
          <a:xfrm>
            <a:off x="7251192" y="5504688"/>
            <a:ext cx="4572000" cy="274320"/>
          </a:xfrm>
          <a:prstGeom prst="rect">
            <a:avLst/>
          </a:prstGeom>
          <a:noFill/>
        </p:spPr>
        <p:txBody>
          <a:bodyPr wrap="square" lIns="0" rIns="0" tIns="0" bIns="0" anchor="t">
            <a:spAutoFit/>
          </a:bodyPr>
          <a:lstStyle/>
          <a:p>
            <a:pPr algn="l">
              <a:lnSpc>
                <a:spcPct val="110000"/>
              </a:lnSpc>
              <a:spcAft>
                <a:spcPts val="400"/>
              </a:spcAft>
            </a:pPr>
            <a:r>
              <a:rPr sz="1300" b="0" spc="0">
                <a:solidFill>
                  <a:srgbClr val="5A8C3E"/>
                </a:solidFill>
                <a:latin typeface="Didact Gothic"/>
              </a:rPr>
              <a:t>Indoor configuration: from design to deployment</a:t>
            </a:r>
          </a:p>
        </p:txBody>
      </p:sp>
    </p:spTree>
  </p:cSld>
  <mc:AlternateContent>
    <mc:Choice Requires="p14">
      <p:transition spd="slow" p14:dur="2000"/>
    </mc:Choice>
    <mc:Fallback>
      <p:transition spd="slow"/>
    </mc:Fallback>
  </mc:AlternateContent>
  <p:extLst>
    <p:ext uri="urn:com:collaboraoffice:names:experimental:ooxml:xmlns:coext:1.0">
      <coext:pageGuid xmlns:coext="urn:com:collaboraoffice:names:experimental:ooxml:xmlns:coext:1.0" val="{B2429679-2267-4AD0-B2F8-54E835114629}"/>
    </p:ext>
  </p:extLs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1">
  <p:cSld>
    <p:spTree>
      <p:nvGrpSpPr>
        <p:cNvPr id="1" name=""/>
        <p:cNvGrpSpPr/>
        <p:nvPr/>
      </p:nvGrpSpPr>
      <p:grpSpPr>
        <a:xfrm>
          <a:off x="0" y="0"/>
          <a:ext cx="0" cy="0"/>
          <a:chOff x="0" y="0"/>
          <a:chExt cx="0" cy="0"/>
        </a:xfrm>
      </p:grpSpPr>
      <p:sp>
        <p:nvSpPr>
          <p:cNvPr id="2" name="TextBox 1"/>
          <p:cNvSpPr txBox="1"/>
          <p:nvPr/>
        </p:nvSpPr>
        <p:spPr>
          <a:xfrm>
            <a:off x="768096" y="512064"/>
            <a:ext cx="10698480" cy="640080"/>
          </a:xfrm>
          <a:prstGeom prst="rect">
            <a:avLst/>
          </a:prstGeom>
          <a:noFill/>
        </p:spPr>
        <p:txBody>
          <a:bodyPr wrap="square" lIns="0" rIns="0" tIns="0" bIns="0" anchor="t">
            <a:spAutoFit/>
          </a:bodyPr>
          <a:lstStyle/>
          <a:p>
            <a:pPr algn="l">
              <a:lnSpc>
                <a:spcPct val="110000"/>
              </a:lnSpc>
              <a:spcAft>
                <a:spcPts val="400"/>
              </a:spcAft>
            </a:pPr>
            <a:r>
              <a:rPr sz="2900" b="1" spc="0">
                <a:solidFill>
                  <a:srgbClr val="162C40"/>
                </a:solidFill>
                <a:latin typeface="Didact Gothic"/>
              </a:rPr>
              <a:t>T7.3 – Risks and mitigations</a:t>
            </a:r>
          </a:p>
        </p:txBody>
      </p:sp>
      <p:sp>
        <p:nvSpPr>
          <p:cNvPr id="3" name="TextBox 2"/>
          <p:cNvSpPr txBox="1"/>
          <p:nvPr/>
        </p:nvSpPr>
        <p:spPr>
          <a:xfrm>
            <a:off x="768096" y="1179576"/>
            <a:ext cx="10698480" cy="457200"/>
          </a:xfrm>
          <a:prstGeom prst="rect">
            <a:avLst/>
          </a:prstGeom>
          <a:noFill/>
        </p:spPr>
        <p:txBody>
          <a:bodyPr wrap="square" lIns="0" rIns="0" tIns="0" bIns="0" anchor="t">
            <a:spAutoFit/>
          </a:bodyPr>
          <a:lstStyle/>
          <a:p>
            <a:pPr algn="l">
              <a:lnSpc>
                <a:spcPct val="110000"/>
              </a:lnSpc>
              <a:spcAft>
                <a:spcPts val="400"/>
              </a:spcAft>
            </a:pPr>
            <a:r>
              <a:rPr sz="1500" b="0" spc="0">
                <a:solidFill>
                  <a:srgbClr val="5A8C3E"/>
                </a:solidFill>
                <a:latin typeface="Didact Gothic"/>
              </a:rPr>
              <a:t>Development risks addressed through component testing, site assessment and staged flights</a:t>
            </a:r>
          </a:p>
        </p:txBody>
      </p:sp>
      <p:graphicFrame>
        <p:nvGraphicFramePr>
          <p:cNvPr id="4" name="Table 3"/>
          <p:cNvGraphicFramePr>
            <a:graphicFrameLocks noGrp="1"/>
          </p:cNvGraphicFramePr>
          <p:nvPr/>
        </p:nvGraphicFramePr>
        <p:xfrm>
          <a:off x="768096" y="1792224"/>
          <a:ext cx="10652759" cy="3547872"/>
        </p:xfrm>
        <a:graphic>
          <a:graphicData uri="http://schemas.openxmlformats.org/drawingml/2006/table">
            <a:tbl>
              <a:tblPr firstRow="1" bandRow="1">
                <a:tableStyleId>{5C22544A-7EE6-4342-B048-85BDC9FD1C3A}</a:tableStyleId>
              </a:tblPr>
              <a:tblGrid>
                <a:gridCol w="1965960"/>
                <a:gridCol w="2029968"/>
                <a:gridCol w="3712463"/>
                <a:gridCol w="2944368"/>
              </a:tblGrid>
              <a:tr h="475488">
                <a:tc>
                  <a:txBody>
                    <a:bodyPr/>
                    <a:lstStyle/>
                    <a:p>
                      <a:pPr>
                        <a:lnSpc>
                          <a:spcPct val="100000"/>
                        </a:lnSpc>
                        <a:spcAft>
                          <a:spcPts val="0"/>
                        </a:spcAft>
                      </a:pPr>
                      <a:r>
                        <a:rPr sz="1550" b="1">
                          <a:solidFill>
                            <a:srgbClr val="FFFFFF"/>
                          </a:solidFill>
                          <a:latin typeface="Didact Gothic"/>
                        </a:rPr>
                        <a:t>Risk / constraint</a:t>
                      </a:r>
                    </a:p>
                  </a:txBody>
                  <a:tcPr marL="118872" marR="118872" marT="54864" marB="54864" anchor="ctr">
                    <a:solidFill>
                      <a:srgbClr val="162C40"/>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nSpc>
                          <a:spcPct val="100000"/>
                        </a:lnSpc>
                        <a:spcAft>
                          <a:spcPts val="0"/>
                        </a:spcAft>
                      </a:pPr>
                      <a:r>
                        <a:rPr sz="1550" b="1">
                          <a:solidFill>
                            <a:srgbClr val="FFFFFF"/>
                          </a:solidFill>
                          <a:latin typeface="Didact Gothic"/>
                        </a:rPr>
                        <a:t>Potential impact</a:t>
                      </a:r>
                    </a:p>
                  </a:txBody>
                  <a:tcPr marL="118872" marR="118872" marT="54864" marB="54864" anchor="ctr">
                    <a:solidFill>
                      <a:srgbClr val="162C40"/>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nSpc>
                          <a:spcPct val="100000"/>
                        </a:lnSpc>
                        <a:spcAft>
                          <a:spcPts val="0"/>
                        </a:spcAft>
                      </a:pPr>
                      <a:r>
                        <a:rPr sz="1550" b="1">
                          <a:solidFill>
                            <a:srgbClr val="FFFFFF"/>
                          </a:solidFill>
                          <a:latin typeface="Didact Gothic"/>
                        </a:rPr>
                        <a:t>Mitigation implemented</a:t>
                      </a:r>
                    </a:p>
                  </a:txBody>
                  <a:tcPr marL="118872" marR="118872" marT="54864" marB="54864" anchor="ctr">
                    <a:solidFill>
                      <a:srgbClr val="162C40"/>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nSpc>
                          <a:spcPct val="100000"/>
                        </a:lnSpc>
                        <a:spcAft>
                          <a:spcPts val="0"/>
                        </a:spcAft>
                      </a:pPr>
                      <a:r>
                        <a:rPr sz="1550" b="1">
                          <a:solidFill>
                            <a:srgbClr val="FFFFFF"/>
                          </a:solidFill>
                          <a:latin typeface="Didact Gothic"/>
                        </a:rPr>
                        <a:t>Evidence / follow-up</a:t>
                      </a:r>
                    </a:p>
                  </a:txBody>
                  <a:tcPr marL="118872" marR="118872" marT="54864" marB="54864" anchor="ctr">
                    <a:solidFill>
                      <a:srgbClr val="162C40"/>
                    </a:solidFill>
                    <a:lnL w="6350">
                      <a:solidFill>
                        <a:srgbClr val="FFFFFF"/>
                      </a:solidFill>
                    </a:lnL>
                    <a:lnR w="6350">
                      <a:solidFill>
                        <a:srgbClr val="FFFFFF"/>
                      </a:solidFill>
                    </a:lnR>
                    <a:lnT w="6350">
                      <a:solidFill>
                        <a:srgbClr val="FFFFFF"/>
                      </a:solidFill>
                    </a:lnT>
                    <a:lnB w="6350">
                      <a:solidFill>
                        <a:srgbClr val="FFFFFF"/>
                      </a:solidFill>
                    </a:lnB>
                  </a:tcPr>
                </a:tc>
              </a:tr>
              <a:tr h="768096">
                <a:tc>
                  <a:txBody>
                    <a:bodyPr/>
                    <a:lstStyle/>
                    <a:p>
                      <a:pPr>
                        <a:lnSpc>
                          <a:spcPct val="100000"/>
                        </a:lnSpc>
                        <a:spcAft>
                          <a:spcPts val="0"/>
                        </a:spcAft>
                      </a:pPr>
                      <a:r>
                        <a:rPr sz="1500" b="1">
                          <a:solidFill>
                            <a:srgbClr val="162C40"/>
                          </a:solidFill>
                          <a:latin typeface="Didact Gothic"/>
                        </a:rPr>
                        <a:t>Motor–ESC behaviour</a:t>
                      </a:r>
                    </a:p>
                  </a:txBody>
                  <a:tcPr marL="118872" marR="118872" marT="54864" marB="54864" anchor="ctr">
                    <a:solidFill>
                      <a:srgbClr val="F0F5ED"/>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nSpc>
                          <a:spcPct val="100000"/>
                        </a:lnSpc>
                        <a:spcAft>
                          <a:spcPts val="0"/>
                        </a:spcAft>
                      </a:pPr>
                      <a:r>
                        <a:rPr sz="1500" b="0">
                          <a:solidFill>
                            <a:srgbClr val="162C40"/>
                          </a:solidFill>
                          <a:latin typeface="Didact Gothic"/>
                        </a:rPr>
                        <a:t>Unreliable propulsion or control response</a:t>
                      </a:r>
                    </a:p>
                  </a:txBody>
                  <a:tcPr marL="118872" marR="118872" marT="54864" marB="54864" anchor="ctr">
                    <a:solidFill>
                      <a:srgbClr val="F0F5ED"/>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nSpc>
                          <a:spcPct val="100000"/>
                        </a:lnSpc>
                        <a:spcAft>
                          <a:spcPts val="0"/>
                        </a:spcAft>
                      </a:pPr>
                      <a:r>
                        <a:rPr sz="1500" b="0">
                          <a:solidFill>
                            <a:srgbClr val="162C40"/>
                          </a:solidFill>
                          <a:latin typeface="Didact Gothic"/>
                        </a:rPr>
                        <a:t>Alternative motors and ESCs selected and tested before platform deployment.</a:t>
                      </a:r>
                    </a:p>
                  </a:txBody>
                  <a:tcPr marL="118872" marR="118872" marT="54864" marB="54864" anchor="ctr">
                    <a:solidFill>
                      <a:srgbClr val="F0F5ED"/>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nSpc>
                          <a:spcPct val="100000"/>
                        </a:lnSpc>
                        <a:spcAft>
                          <a:spcPts val="0"/>
                        </a:spcAft>
                      </a:pPr>
                      <a:r>
                        <a:rPr sz="1500" b="0">
                          <a:solidFill>
                            <a:srgbClr val="162C40"/>
                          </a:solidFill>
                          <a:latin typeface="Didact Gothic"/>
                        </a:rPr>
                        <a:t>Component tests → indoor flight campaign</a:t>
                      </a:r>
                    </a:p>
                  </a:txBody>
                  <a:tcPr marL="118872" marR="118872" marT="54864" marB="54864" anchor="ctr">
                    <a:solidFill>
                      <a:srgbClr val="F0F5ED"/>
                    </a:solidFill>
                    <a:lnL w="6350">
                      <a:solidFill>
                        <a:srgbClr val="FFFFFF"/>
                      </a:solidFill>
                    </a:lnL>
                    <a:lnR w="6350">
                      <a:solidFill>
                        <a:srgbClr val="FFFFFF"/>
                      </a:solidFill>
                    </a:lnR>
                    <a:lnT w="6350">
                      <a:solidFill>
                        <a:srgbClr val="FFFFFF"/>
                      </a:solidFill>
                    </a:lnT>
                    <a:lnB w="6350">
                      <a:solidFill>
                        <a:srgbClr val="FFFFFF"/>
                      </a:solidFill>
                    </a:lnB>
                  </a:tcPr>
                </a:tc>
              </a:tr>
              <a:tr h="768096">
                <a:tc>
                  <a:txBody>
                    <a:bodyPr/>
                    <a:lstStyle/>
                    <a:p>
                      <a:pPr>
                        <a:lnSpc>
                          <a:spcPct val="100000"/>
                        </a:lnSpc>
                        <a:spcAft>
                          <a:spcPts val="0"/>
                        </a:spcAft>
                      </a:pPr>
                      <a:r>
                        <a:rPr sz="1500" b="1">
                          <a:solidFill>
                            <a:srgbClr val="162C40"/>
                          </a:solidFill>
                          <a:latin typeface="Didact Gothic"/>
                        </a:rPr>
                        <a:t>Confined spaces</a:t>
                      </a:r>
                    </a:p>
                  </a:txBody>
                  <a:tcPr marL="118872" marR="118872" marT="54864" marB="54864"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nSpc>
                          <a:spcPct val="100000"/>
                        </a:lnSpc>
                        <a:spcAft>
                          <a:spcPts val="0"/>
                        </a:spcAft>
                      </a:pPr>
                      <a:r>
                        <a:rPr sz="1500" b="0">
                          <a:solidFill>
                            <a:srgbClr val="162C40"/>
                          </a:solidFill>
                          <a:latin typeface="Didact Gothic"/>
                        </a:rPr>
                        <a:t>Obstacle contact and limited manoeuvring room</a:t>
                      </a:r>
                    </a:p>
                  </a:txBody>
                  <a:tcPr marL="118872" marR="118872" marT="54864" marB="54864"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nSpc>
                          <a:spcPct val="100000"/>
                        </a:lnSpc>
                        <a:spcAft>
                          <a:spcPts val="0"/>
                        </a:spcAft>
                      </a:pPr>
                      <a:r>
                        <a:rPr sz="1500" b="0">
                          <a:solidFill>
                            <a:srgbClr val="162C40"/>
                          </a:solidFill>
                          <a:latin typeface="Didact Gothic"/>
                        </a:rPr>
                        <a:t>Compact platform, protective guards and staged underground tests.</a:t>
                      </a:r>
                    </a:p>
                  </a:txBody>
                  <a:tcPr marL="118872" marR="118872" marT="54864" marB="54864"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nSpc>
                          <a:spcPct val="100000"/>
                        </a:lnSpc>
                        <a:spcAft>
                          <a:spcPts val="0"/>
                        </a:spcAft>
                      </a:pPr>
                      <a:r>
                        <a:rPr sz="1500" b="0">
                          <a:solidFill>
                            <a:srgbClr val="162C40"/>
                          </a:solidFill>
                          <a:latin typeface="Didact Gothic"/>
                        </a:rPr>
                        <a:t>Completed configuration; Lavrion flights</a:t>
                      </a:r>
                    </a:p>
                  </a:txBody>
                  <a:tcPr marL="118872" marR="118872" marT="54864" marB="54864"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768096">
                <a:tc>
                  <a:txBody>
                    <a:bodyPr/>
                    <a:lstStyle/>
                    <a:p>
                      <a:pPr>
                        <a:lnSpc>
                          <a:spcPct val="100000"/>
                        </a:lnSpc>
                        <a:spcAft>
                          <a:spcPts val="0"/>
                        </a:spcAft>
                      </a:pPr>
                      <a:r>
                        <a:rPr sz="1500" b="1">
                          <a:solidFill>
                            <a:srgbClr val="162C40"/>
                          </a:solidFill>
                          <a:latin typeface="Didact Gothic"/>
                        </a:rPr>
                        <a:t>Payload integration</a:t>
                      </a:r>
                    </a:p>
                  </a:txBody>
                  <a:tcPr marL="118872" marR="118872" marT="54864" marB="54864" anchor="ctr">
                    <a:solidFill>
                      <a:srgbClr val="F0F5ED"/>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nSpc>
                          <a:spcPct val="100000"/>
                        </a:lnSpc>
                        <a:spcAft>
                          <a:spcPts val="0"/>
                        </a:spcAft>
                      </a:pPr>
                      <a:r>
                        <a:rPr sz="1500" b="0">
                          <a:solidFill>
                            <a:srgbClr val="162C40"/>
                          </a:solidFill>
                          <a:latin typeface="Didact Gothic"/>
                        </a:rPr>
                        <a:t>Payload mass and interfaces may affect flight behaviour</a:t>
                      </a:r>
                    </a:p>
                  </a:txBody>
                  <a:tcPr marL="118872" marR="118872" marT="54864" marB="54864" anchor="ctr">
                    <a:solidFill>
                      <a:srgbClr val="F0F5ED"/>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nSpc>
                          <a:spcPct val="100000"/>
                        </a:lnSpc>
                        <a:spcAft>
                          <a:spcPts val="0"/>
                        </a:spcAft>
                      </a:pPr>
                      <a:r>
                        <a:rPr sz="1500" b="0">
                          <a:solidFill>
                            <a:srgbClr val="162C40"/>
                          </a:solidFill>
                          <a:latin typeface="Didact Gothic"/>
                        </a:rPr>
                        <a:t>Payload kit prepared with USAL; flights with and without payload.</a:t>
                      </a:r>
                    </a:p>
                  </a:txBody>
                  <a:tcPr marL="118872" marR="118872" marT="54864" marB="54864" anchor="ctr">
                    <a:solidFill>
                      <a:srgbClr val="F0F5ED"/>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nSpc>
                          <a:spcPct val="100000"/>
                        </a:lnSpc>
                        <a:spcAft>
                          <a:spcPts val="0"/>
                        </a:spcAft>
                      </a:pPr>
                      <a:r>
                        <a:rPr sz="1500" b="0">
                          <a:solidFill>
                            <a:srgbClr val="162C40"/>
                          </a:solidFill>
                          <a:latin typeface="Didact Gothic"/>
                        </a:rPr>
                        <a:t>Lavrion tests; Björkdal payload demonstration</a:t>
                      </a:r>
                    </a:p>
                  </a:txBody>
                  <a:tcPr marL="118872" marR="118872" marT="54864" marB="54864" anchor="ctr">
                    <a:solidFill>
                      <a:srgbClr val="F0F5ED"/>
                    </a:solidFill>
                    <a:lnL w="6350">
                      <a:solidFill>
                        <a:srgbClr val="FFFFFF"/>
                      </a:solidFill>
                    </a:lnL>
                    <a:lnR w="6350">
                      <a:solidFill>
                        <a:srgbClr val="FFFFFF"/>
                      </a:solidFill>
                    </a:lnR>
                    <a:lnT w="6350">
                      <a:solidFill>
                        <a:srgbClr val="FFFFFF"/>
                      </a:solidFill>
                    </a:lnT>
                    <a:lnB w="6350">
                      <a:solidFill>
                        <a:srgbClr val="FFFFFF"/>
                      </a:solidFill>
                    </a:lnB>
                  </a:tcPr>
                </a:tc>
              </a:tr>
              <a:tr h="768096">
                <a:tc>
                  <a:txBody>
                    <a:bodyPr/>
                    <a:lstStyle/>
                    <a:p>
                      <a:pPr>
                        <a:lnSpc>
                          <a:spcPct val="100000"/>
                        </a:lnSpc>
                        <a:spcAft>
                          <a:spcPts val="0"/>
                        </a:spcAft>
                      </a:pPr>
                      <a:r>
                        <a:rPr sz="1500" b="1">
                          <a:solidFill>
                            <a:srgbClr val="162C40"/>
                          </a:solidFill>
                          <a:latin typeface="Didact Gothic"/>
                        </a:rPr>
                        <a:t>GNSS-denied mine conditions</a:t>
                      </a:r>
                    </a:p>
                  </a:txBody>
                  <a:tcPr marL="118872" marR="118872" marT="54864" marB="54864"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nSpc>
                          <a:spcPct val="100000"/>
                        </a:lnSpc>
                        <a:spcAft>
                          <a:spcPts val="0"/>
                        </a:spcAft>
                      </a:pPr>
                      <a:r>
                        <a:rPr sz="1500" b="0">
                          <a:solidFill>
                            <a:srgbClr val="162C40"/>
                          </a:solidFill>
                          <a:latin typeface="Didact Gothic"/>
                        </a:rPr>
                        <a:t>Dust, fog, water and no GNSS affect sensing</a:t>
                      </a:r>
                    </a:p>
                  </a:txBody>
                  <a:tcPr marL="118872" marR="118872" marT="54864" marB="54864"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nSpc>
                          <a:spcPct val="100000"/>
                        </a:lnSpc>
                        <a:spcAft>
                          <a:spcPts val="0"/>
                        </a:spcAft>
                      </a:pPr>
                      <a:r>
                        <a:rPr sz="1500" b="0">
                          <a:solidFill>
                            <a:srgbClr val="162C40"/>
                          </a:solidFill>
                          <a:latin typeface="Didact Gothic"/>
                        </a:rPr>
                        <a:t>Site and connectivity assessed; LiDAR/RGB/Jetson workflow demonstrated.</a:t>
                      </a:r>
                    </a:p>
                  </a:txBody>
                  <a:tcPr marL="118872" marR="118872" marT="54864" marB="54864"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nSpc>
                          <a:spcPct val="100000"/>
                        </a:lnSpc>
                        <a:spcAft>
                          <a:spcPts val="0"/>
                        </a:spcAft>
                      </a:pPr>
                      <a:r>
                        <a:rPr sz="1500" b="0">
                          <a:solidFill>
                            <a:srgbClr val="162C40"/>
                          </a:solidFill>
                          <a:latin typeface="Didact Gothic"/>
                        </a:rPr>
                        <a:t>Björkdal SLAM/mapping demo; lessons after debrief</a:t>
                      </a:r>
                    </a:p>
                  </a:txBody>
                  <a:tcPr marL="118872" marR="118872" marT="54864" marB="54864" anchor="ct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
        <p:nvSpPr>
          <p:cNvPr id="5" name="Rounded Rectangle 4"/>
          <p:cNvSpPr/>
          <p:nvPr/>
        </p:nvSpPr>
        <p:spPr>
          <a:xfrm>
            <a:off x="768096" y="5605272"/>
            <a:ext cx="10652760" cy="438912"/>
          </a:xfrm>
          <a:prstGeom prst="roundRect">
            <a:avLst>
              <a:gd name="adj" fmla="val 6000"/>
            </a:avLst>
          </a:prstGeom>
          <a:solidFill>
            <a:srgbClr val="FBE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1832" y="5687568"/>
            <a:ext cx="10277856" cy="283464"/>
          </a:xfrm>
          <a:prstGeom prst="rect">
            <a:avLst/>
          </a:prstGeom>
          <a:noFill/>
        </p:spPr>
        <p:txBody>
          <a:bodyPr wrap="square" lIns="0" rIns="0" tIns="0" bIns="0" anchor="t">
            <a:spAutoFit/>
          </a:bodyPr>
          <a:lstStyle/>
          <a:p>
            <a:pPr algn="l">
              <a:lnSpc>
                <a:spcPct val="110000"/>
              </a:lnSpc>
              <a:spcAft>
                <a:spcPts val="400"/>
              </a:spcAft>
            </a:pPr>
            <a:r>
              <a:rPr sz="1600" b="0" spc="0">
                <a:solidFill>
                  <a:srgbClr val="D95427"/>
                </a:solidFill>
                <a:latin typeface="Didact Gothic"/>
              </a:rPr>
              <a:t>Björkdal debrief update (12 October): add observed issues, fixes and any residual limitations.</a:t>
            </a:r>
          </a:p>
        </p:txBody>
      </p:sp>
      <p:sp>
        <p:nvSpPr>
          <p:cNvPr id="7" name="TextBox 6"/>
          <p:cNvSpPr txBox="1"/>
          <p:nvPr/>
        </p:nvSpPr>
        <p:spPr>
          <a:xfrm>
            <a:off x="3931920" y="6428232"/>
            <a:ext cx="4480560" cy="201168"/>
          </a:xfrm>
          <a:prstGeom prst="rect">
            <a:avLst/>
          </a:prstGeom>
          <a:noFill/>
        </p:spPr>
        <p:txBody>
          <a:bodyPr wrap="square" lIns="0" rIns="0" tIns="0" bIns="0" anchor="t">
            <a:spAutoFit/>
          </a:bodyPr>
          <a:lstStyle/>
          <a:p>
            <a:pPr algn="l">
              <a:lnSpc>
                <a:spcPct val="110000"/>
              </a:lnSpc>
              <a:spcAft>
                <a:spcPts val="400"/>
              </a:spcAft>
            </a:pPr>
            <a:r>
              <a:rPr sz="900" b="0" spc="0">
                <a:solidFill>
                  <a:srgbClr val="3F3219"/>
                </a:solidFill>
                <a:latin typeface="Didact Gothic"/>
              </a:rPr>
              <a:t>XTRACT 7th GA | Online | 14 October 2026</a:t>
            </a:r>
          </a:p>
        </p:txBody>
      </p:sp>
      <p:sp>
        <p:nvSpPr>
          <p:cNvPr id="8" name="TextBox 7"/>
          <p:cNvSpPr txBox="1"/>
          <p:nvPr/>
        </p:nvSpPr>
        <p:spPr>
          <a:xfrm>
            <a:off x="10972800" y="6419088"/>
            <a:ext cx="457200" cy="228600"/>
          </a:xfrm>
          <a:prstGeom prst="rect">
            <a:avLst/>
          </a:prstGeom>
          <a:noFill/>
        </p:spPr>
        <p:txBody>
          <a:bodyPr wrap="square" lIns="0" rIns="0" tIns="0" bIns="0" anchor="t">
            <a:spAutoFit/>
          </a:bodyPr>
          <a:lstStyle/>
          <a:p>
            <a:pPr algn="r">
              <a:lnSpc>
                <a:spcPct val="110000"/>
              </a:lnSpc>
              <a:spcAft>
                <a:spcPts val="400"/>
              </a:spcAft>
            </a:pPr>
            <a:r>
              <a:rPr sz="1000" b="0" spc="0">
                <a:solidFill>
                  <a:srgbClr val="162C40"/>
                </a:solidFill>
                <a:latin typeface="Didact Gothic"/>
              </a:rPr>
              <a:t>6</a:t>
            </a:r>
          </a:p>
        </p:txBody>
      </p:sp>
    </p:spTree>
  </p:cSld>
  <mc:AlternateContent>
    <mc:Choice Requires="p14">
      <p:transition spd="slow" p14:dur="2000"/>
    </mc:Choice>
    <mc:Fallback>
      <p:transition spd="slow"/>
    </mc:Fallback>
  </mc:AlternateContent>
  <p:extLst>
    <p:ext uri="urn:com:collaboraoffice:names:experimental:ooxml:xmlns:coext:1.0">
      <coext:pageGuid xmlns:coext="urn:com:collaboraoffice:names:experimental:ooxml:xmlns:coext:1.0" val="{618E4677-5AE8-4222-AB18-02D2155C68AD}"/>
    </p:ext>
  </p:extLs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1">
  <p:cSld>
    <p:spTree>
      <p:nvGrpSpPr>
        <p:cNvPr id="1" name=""/>
        <p:cNvGrpSpPr/>
        <p:nvPr/>
      </p:nvGrpSpPr>
      <p:grpSpPr>
        <a:xfrm>
          <a:off x="0" y="0"/>
          <a:ext cx="0" cy="0"/>
          <a:chOff x="0" y="0"/>
          <a:chExt cx="0" cy="0"/>
        </a:xfrm>
      </p:grpSpPr>
      <p:sp>
        <p:nvSpPr>
          <p:cNvPr id="2" name="TextBox 1"/>
          <p:cNvSpPr txBox="1"/>
          <p:nvPr/>
        </p:nvSpPr>
        <p:spPr>
          <a:xfrm>
            <a:off x="4315968" y="512064"/>
            <a:ext cx="7315200" cy="640080"/>
          </a:xfrm>
          <a:prstGeom prst="rect">
            <a:avLst/>
          </a:prstGeom>
          <a:noFill/>
        </p:spPr>
        <p:txBody>
          <a:bodyPr wrap="square" lIns="0" rIns="0" tIns="0" bIns="0" anchor="t">
            <a:spAutoFit/>
          </a:bodyPr>
          <a:lstStyle/>
          <a:p>
            <a:pPr algn="l">
              <a:lnSpc>
                <a:spcPct val="110000"/>
              </a:lnSpc>
              <a:spcAft>
                <a:spcPts val="400"/>
              </a:spcAft>
            </a:pPr>
            <a:r>
              <a:rPr sz="2900" b="1" spc="0">
                <a:solidFill>
                  <a:srgbClr val="162C40"/>
                </a:solidFill>
                <a:latin typeface="Didact Gothic"/>
              </a:rPr>
              <a:t>T7.3 – Next steps</a:t>
            </a:r>
          </a:p>
        </p:txBody>
      </p:sp>
      <p:sp>
        <p:nvSpPr>
          <p:cNvPr id="3" name="TextBox 2"/>
          <p:cNvSpPr txBox="1"/>
          <p:nvPr/>
        </p:nvSpPr>
        <p:spPr>
          <a:xfrm>
            <a:off x="4315968" y="1179576"/>
            <a:ext cx="7315200" cy="457200"/>
          </a:xfrm>
          <a:prstGeom prst="rect">
            <a:avLst/>
          </a:prstGeom>
          <a:noFill/>
        </p:spPr>
        <p:txBody>
          <a:bodyPr wrap="square" lIns="0" rIns="0" tIns="0" bIns="0" anchor="t">
            <a:spAutoFit/>
          </a:bodyPr>
          <a:lstStyle/>
          <a:p>
            <a:pPr algn="l">
              <a:lnSpc>
                <a:spcPct val="110000"/>
              </a:lnSpc>
              <a:spcAft>
                <a:spcPts val="400"/>
              </a:spcAft>
            </a:pPr>
            <a:r>
              <a:rPr sz="1500" b="0" spc="0">
                <a:solidFill>
                  <a:srgbClr val="5A8C3E"/>
                </a:solidFill>
                <a:latin typeface="Didact Gothic"/>
              </a:rPr>
              <a:t>Before Christmas | results consolidation and reporting</a:t>
            </a:r>
          </a:p>
        </p:txBody>
      </p:sp>
      <p:sp>
        <p:nvSpPr>
          <p:cNvPr id="4" name="TextBox 3"/>
          <p:cNvSpPr txBox="1"/>
          <p:nvPr/>
        </p:nvSpPr>
        <p:spPr>
          <a:xfrm>
            <a:off x="4325112" y="1956816"/>
            <a:ext cx="539496" cy="466344"/>
          </a:xfrm>
          <a:prstGeom prst="rect">
            <a:avLst/>
          </a:prstGeom>
          <a:noFill/>
        </p:spPr>
        <p:txBody>
          <a:bodyPr wrap="square" lIns="0" rIns="0" tIns="0" bIns="0" anchor="t">
            <a:spAutoFit/>
          </a:bodyPr>
          <a:lstStyle/>
          <a:p>
            <a:pPr algn="l">
              <a:lnSpc>
                <a:spcPct val="110000"/>
              </a:lnSpc>
              <a:spcAft>
                <a:spcPts val="400"/>
              </a:spcAft>
            </a:pPr>
            <a:r>
              <a:rPr sz="2700" b="1" spc="0">
                <a:solidFill>
                  <a:srgbClr val="5A8C3E"/>
                </a:solidFill>
                <a:latin typeface="Didact Gothic"/>
              </a:rPr>
              <a:t>01</a:t>
            </a:r>
          </a:p>
        </p:txBody>
      </p:sp>
      <p:sp>
        <p:nvSpPr>
          <p:cNvPr id="5" name="TextBox 4"/>
          <p:cNvSpPr txBox="1"/>
          <p:nvPr/>
        </p:nvSpPr>
        <p:spPr>
          <a:xfrm>
            <a:off x="5001768" y="1984248"/>
            <a:ext cx="6263640" cy="365760"/>
          </a:xfrm>
          <a:prstGeom prst="rect">
            <a:avLst/>
          </a:prstGeom>
          <a:noFill/>
        </p:spPr>
        <p:txBody>
          <a:bodyPr wrap="square" lIns="0" rIns="0" tIns="0" bIns="0" anchor="t">
            <a:spAutoFit/>
          </a:bodyPr>
          <a:lstStyle/>
          <a:p>
            <a:pPr algn="l">
              <a:lnSpc>
                <a:spcPct val="110000"/>
              </a:lnSpc>
              <a:spcAft>
                <a:spcPts val="400"/>
              </a:spcAft>
            </a:pPr>
            <a:r>
              <a:rPr sz="2200" b="1" spc="0">
                <a:solidFill>
                  <a:srgbClr val="162C40"/>
                </a:solidFill>
                <a:latin typeface="Didact Gothic"/>
              </a:rPr>
              <a:t>Capture the Björkdal debrief</a:t>
            </a:r>
          </a:p>
        </p:txBody>
      </p:sp>
      <p:sp>
        <p:nvSpPr>
          <p:cNvPr id="6" name="TextBox 5"/>
          <p:cNvSpPr txBox="1"/>
          <p:nvPr/>
        </p:nvSpPr>
        <p:spPr>
          <a:xfrm>
            <a:off x="5001768" y="2441448"/>
            <a:ext cx="6181344" cy="685800"/>
          </a:xfrm>
          <a:prstGeom prst="rect">
            <a:avLst/>
          </a:prstGeom>
          <a:noFill/>
        </p:spPr>
        <p:txBody>
          <a:bodyPr wrap="square" lIns="0" rIns="0" tIns="0" bIns="0" anchor="t">
            <a:spAutoFit/>
          </a:bodyPr>
          <a:lstStyle/>
          <a:p>
            <a:pPr algn="l">
              <a:lnSpc>
                <a:spcPct val="110000"/>
              </a:lnSpc>
              <a:spcAft>
                <a:spcPts val="400"/>
              </a:spcAft>
            </a:pPr>
            <a:r>
              <a:rPr sz="1800" b="0" spc="0">
                <a:solidFill>
                  <a:srgbClr val="162C40"/>
                </a:solidFill>
                <a:latin typeface="Didact Gothic"/>
              </a:rPr>
              <a:t>Add the confirmed operational lessons, encountered issues and mitigations.</a:t>
            </a:r>
          </a:p>
        </p:txBody>
      </p:sp>
      <p:sp>
        <p:nvSpPr>
          <p:cNvPr id="7" name="TextBox 6"/>
          <p:cNvSpPr txBox="1"/>
          <p:nvPr/>
        </p:nvSpPr>
        <p:spPr>
          <a:xfrm>
            <a:off x="4325112" y="3136392"/>
            <a:ext cx="539496" cy="466344"/>
          </a:xfrm>
          <a:prstGeom prst="rect">
            <a:avLst/>
          </a:prstGeom>
          <a:noFill/>
        </p:spPr>
        <p:txBody>
          <a:bodyPr wrap="square" lIns="0" rIns="0" tIns="0" bIns="0" anchor="t">
            <a:spAutoFit/>
          </a:bodyPr>
          <a:lstStyle/>
          <a:p>
            <a:pPr algn="l">
              <a:lnSpc>
                <a:spcPct val="110000"/>
              </a:lnSpc>
              <a:spcAft>
                <a:spcPts val="400"/>
              </a:spcAft>
            </a:pPr>
            <a:r>
              <a:rPr sz="2700" b="1" spc="0">
                <a:solidFill>
                  <a:srgbClr val="5A8C3E"/>
                </a:solidFill>
                <a:latin typeface="Didact Gothic"/>
              </a:rPr>
              <a:t>02</a:t>
            </a:r>
          </a:p>
        </p:txBody>
      </p:sp>
      <p:sp>
        <p:nvSpPr>
          <p:cNvPr id="8" name="TextBox 7"/>
          <p:cNvSpPr txBox="1"/>
          <p:nvPr/>
        </p:nvSpPr>
        <p:spPr>
          <a:xfrm>
            <a:off x="5001768" y="3163824"/>
            <a:ext cx="6263640" cy="365760"/>
          </a:xfrm>
          <a:prstGeom prst="rect">
            <a:avLst/>
          </a:prstGeom>
          <a:noFill/>
        </p:spPr>
        <p:txBody>
          <a:bodyPr wrap="square" lIns="0" rIns="0" tIns="0" bIns="0" anchor="t">
            <a:spAutoFit/>
          </a:bodyPr>
          <a:lstStyle/>
          <a:p>
            <a:pPr algn="l">
              <a:lnSpc>
                <a:spcPct val="110000"/>
              </a:lnSpc>
              <a:spcAft>
                <a:spcPts val="400"/>
              </a:spcAft>
            </a:pPr>
            <a:r>
              <a:rPr sz="2200" b="1" spc="0">
                <a:solidFill>
                  <a:srgbClr val="162C40"/>
                </a:solidFill>
                <a:latin typeface="Didact Gothic"/>
              </a:rPr>
              <a:t>Consolidate fragmentation results</a:t>
            </a:r>
          </a:p>
        </p:txBody>
      </p:sp>
      <p:sp>
        <p:nvSpPr>
          <p:cNvPr id="9" name="TextBox 8"/>
          <p:cNvSpPr txBox="1"/>
          <p:nvPr/>
        </p:nvSpPr>
        <p:spPr>
          <a:xfrm>
            <a:off x="5001768" y="3621024"/>
            <a:ext cx="6181344" cy="685800"/>
          </a:xfrm>
          <a:prstGeom prst="rect">
            <a:avLst/>
          </a:prstGeom>
          <a:noFill/>
        </p:spPr>
        <p:txBody>
          <a:bodyPr wrap="square" lIns="0" rIns="0" tIns="0" bIns="0" anchor="t">
            <a:spAutoFit/>
          </a:bodyPr>
          <a:lstStyle/>
          <a:p>
            <a:pPr algn="l">
              <a:lnSpc>
                <a:spcPct val="110000"/>
              </a:lnSpc>
              <a:spcAft>
                <a:spcPts val="400"/>
              </a:spcAft>
            </a:pPr>
            <a:r>
              <a:rPr sz="1800" b="0" spc="0">
                <a:solidFill>
                  <a:srgbClr val="162C40"/>
                </a:solidFill>
                <a:latin typeface="Didact Gothic"/>
              </a:rPr>
              <a:t>Bring together the pending analysis results with the responsible partners.</a:t>
            </a:r>
          </a:p>
        </p:txBody>
      </p:sp>
      <p:sp>
        <p:nvSpPr>
          <p:cNvPr id="10" name="TextBox 9"/>
          <p:cNvSpPr txBox="1"/>
          <p:nvPr/>
        </p:nvSpPr>
        <p:spPr>
          <a:xfrm>
            <a:off x="4325112" y="4315968"/>
            <a:ext cx="539496" cy="466344"/>
          </a:xfrm>
          <a:prstGeom prst="rect">
            <a:avLst/>
          </a:prstGeom>
          <a:noFill/>
        </p:spPr>
        <p:txBody>
          <a:bodyPr wrap="square" lIns="0" rIns="0" tIns="0" bIns="0" anchor="t">
            <a:spAutoFit/>
          </a:bodyPr>
          <a:lstStyle/>
          <a:p>
            <a:pPr algn="l">
              <a:lnSpc>
                <a:spcPct val="110000"/>
              </a:lnSpc>
              <a:spcAft>
                <a:spcPts val="400"/>
              </a:spcAft>
            </a:pPr>
            <a:r>
              <a:rPr sz="2700" b="1" spc="0">
                <a:solidFill>
                  <a:srgbClr val="5A8C3E"/>
                </a:solidFill>
                <a:latin typeface="Didact Gothic"/>
              </a:rPr>
              <a:t>03</a:t>
            </a:r>
          </a:p>
        </p:txBody>
      </p:sp>
      <p:sp>
        <p:nvSpPr>
          <p:cNvPr id="11" name="TextBox 10"/>
          <p:cNvSpPr txBox="1"/>
          <p:nvPr/>
        </p:nvSpPr>
        <p:spPr>
          <a:xfrm>
            <a:off x="5001768" y="4343400"/>
            <a:ext cx="6263640" cy="365760"/>
          </a:xfrm>
          <a:prstGeom prst="rect">
            <a:avLst/>
          </a:prstGeom>
          <a:noFill/>
        </p:spPr>
        <p:txBody>
          <a:bodyPr wrap="square" lIns="0" rIns="0" tIns="0" bIns="0" anchor="t">
            <a:spAutoFit/>
          </a:bodyPr>
          <a:lstStyle/>
          <a:p>
            <a:pPr algn="l">
              <a:lnSpc>
                <a:spcPct val="110000"/>
              </a:lnSpc>
              <a:spcAft>
                <a:spcPts val="400"/>
              </a:spcAft>
            </a:pPr>
            <a:r>
              <a:rPr sz="2200" b="1" spc="0">
                <a:solidFill>
                  <a:srgbClr val="162C40"/>
                </a:solidFill>
                <a:latin typeface="Didact Gothic"/>
              </a:rPr>
              <a:t>Prepare the task evidence</a:t>
            </a:r>
          </a:p>
        </p:txBody>
      </p:sp>
      <p:sp>
        <p:nvSpPr>
          <p:cNvPr id="12" name="TextBox 11"/>
          <p:cNvSpPr txBox="1"/>
          <p:nvPr/>
        </p:nvSpPr>
        <p:spPr>
          <a:xfrm>
            <a:off x="5001768" y="4800600"/>
            <a:ext cx="6181344" cy="685800"/>
          </a:xfrm>
          <a:prstGeom prst="rect">
            <a:avLst/>
          </a:prstGeom>
          <a:noFill/>
        </p:spPr>
        <p:txBody>
          <a:bodyPr wrap="square" lIns="0" rIns="0" tIns="0" bIns="0" anchor="t">
            <a:spAutoFit/>
          </a:bodyPr>
          <a:lstStyle/>
          <a:p>
            <a:pPr algn="l">
              <a:lnSpc>
                <a:spcPct val="110000"/>
              </a:lnSpc>
              <a:spcAft>
                <a:spcPts val="400"/>
              </a:spcAft>
            </a:pPr>
            <a:r>
              <a:rPr sz="1800" b="0" spc="0">
                <a:solidFill>
                  <a:srgbClr val="162C40"/>
                </a:solidFill>
                <a:latin typeface="Didact Gothic"/>
              </a:rPr>
              <a:t>Compile configuration, test and demonstration evidence for WP7 reporting and the Final Review.</a:t>
            </a:r>
          </a:p>
        </p:txBody>
      </p:sp>
      <p:sp>
        <p:nvSpPr>
          <p:cNvPr id="13" name="Rounded Rectangle 12"/>
          <p:cNvSpPr/>
          <p:nvPr/>
        </p:nvSpPr>
        <p:spPr>
          <a:xfrm>
            <a:off x="4315968" y="5705856"/>
            <a:ext cx="7040880" cy="438912"/>
          </a:xfrm>
          <a:prstGeom prst="roundRect">
            <a:avLst>
              <a:gd name="adj" fmla="val 6000"/>
            </a:avLst>
          </a:prstGeom>
          <a:solidFill>
            <a:srgbClr val="5A8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8848" y="5779008"/>
            <a:ext cx="6675120" cy="310896"/>
          </a:xfrm>
          <a:prstGeom prst="rect">
            <a:avLst/>
          </a:prstGeom>
          <a:noFill/>
        </p:spPr>
        <p:txBody>
          <a:bodyPr wrap="square" lIns="0" rIns="0" tIns="0" bIns="0" anchor="t">
            <a:spAutoFit/>
          </a:bodyPr>
          <a:lstStyle/>
          <a:p>
            <a:pPr algn="l">
              <a:lnSpc>
                <a:spcPct val="110000"/>
              </a:lnSpc>
              <a:spcAft>
                <a:spcPts val="400"/>
              </a:spcAft>
            </a:pPr>
            <a:r>
              <a:rPr sz="1700" b="0" spc="0">
                <a:solidFill>
                  <a:srgbClr val="FFFFFF"/>
                </a:solidFill>
                <a:latin typeface="Didact Gothic"/>
              </a:rPr>
              <a:t>Technical activities completed; next steps focus on evidence and results.</a:t>
            </a:r>
          </a:p>
        </p:txBody>
      </p:sp>
      <p:sp>
        <p:nvSpPr>
          <p:cNvPr id="15" name="TextBox 14"/>
          <p:cNvSpPr txBox="1"/>
          <p:nvPr/>
        </p:nvSpPr>
        <p:spPr>
          <a:xfrm>
            <a:off x="4297680" y="6428232"/>
            <a:ext cx="4480560" cy="201168"/>
          </a:xfrm>
          <a:prstGeom prst="rect">
            <a:avLst/>
          </a:prstGeom>
          <a:noFill/>
        </p:spPr>
        <p:txBody>
          <a:bodyPr wrap="square" lIns="0" rIns="0" tIns="0" bIns="0" anchor="t">
            <a:spAutoFit/>
          </a:bodyPr>
          <a:lstStyle/>
          <a:p>
            <a:pPr algn="l">
              <a:lnSpc>
                <a:spcPct val="110000"/>
              </a:lnSpc>
              <a:spcAft>
                <a:spcPts val="400"/>
              </a:spcAft>
            </a:pPr>
            <a:r>
              <a:rPr sz="900" b="0" spc="0">
                <a:solidFill>
                  <a:srgbClr val="3F3219"/>
                </a:solidFill>
                <a:latin typeface="Didact Gothic"/>
              </a:rPr>
              <a:t>XTRACT 7th GA | Online | 14 October 2026</a:t>
            </a:r>
          </a:p>
        </p:txBody>
      </p:sp>
      <p:sp>
        <p:nvSpPr>
          <p:cNvPr id="16" name="TextBox 15"/>
          <p:cNvSpPr txBox="1"/>
          <p:nvPr/>
        </p:nvSpPr>
        <p:spPr>
          <a:xfrm>
            <a:off x="10972800" y="6419088"/>
            <a:ext cx="457200" cy="228600"/>
          </a:xfrm>
          <a:prstGeom prst="rect">
            <a:avLst/>
          </a:prstGeom>
          <a:noFill/>
        </p:spPr>
        <p:txBody>
          <a:bodyPr wrap="square" lIns="0" rIns="0" tIns="0" bIns="0" anchor="t">
            <a:spAutoFit/>
          </a:bodyPr>
          <a:lstStyle/>
          <a:p>
            <a:pPr algn="r">
              <a:lnSpc>
                <a:spcPct val="110000"/>
              </a:lnSpc>
              <a:spcAft>
                <a:spcPts val="400"/>
              </a:spcAft>
            </a:pPr>
            <a:r>
              <a:rPr sz="1000" b="0" spc="0">
                <a:solidFill>
                  <a:srgbClr val="162C40"/>
                </a:solidFill>
                <a:latin typeface="Didact Gothic"/>
              </a:rPr>
              <a:t>7</a:t>
            </a:r>
          </a:p>
        </p:txBody>
      </p:sp>
    </p:spTree>
  </p:cSld>
  <mc:AlternateContent>
    <mc:Choice Requires="p14">
      <p:transition spd="slow" p14:dur="2000"/>
    </mc:Choice>
    <mc:Fallback>
      <p:transition spd="slow"/>
    </mc:Fallback>
  </mc:AlternateContent>
  <p:extLst>
    <p:ext uri="urn:com:collaboraoffice:names:experimental:ooxml:xmlns:coext:1.0">
      <coext:pageGuid xmlns:coext="urn:com:collaboraoffice:names:experimental:ooxml:xmlns:coext:1.0" val="{719D65EA-F554-4115-BD5A-3C4838EEFEE0}"/>
    </p:ext>
  </p:extLs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1">
  <p:cSld>
    <p:spTree>
      <p:nvGrpSpPr>
        <p:cNvPr id="1" name=""/>
        <p:cNvGrpSpPr/>
        <p:nvPr/>
      </p:nvGrpSpPr>
      <p:grpSpPr>
        <a:xfrm>
          <a:off x="0" y="0"/>
          <a:ext cx="0" cy="0"/>
          <a:chOff x="0" y="0"/>
          <a:chExt cx="0" cy="0"/>
        </a:xfrm>
      </p:grpSpPr>
      <p:sp>
        <p:nvSpPr>
          <p:cNvPr id="2" name="TextBox 1"/>
          <p:cNvSpPr txBox="1"/>
          <p:nvPr/>
        </p:nvSpPr>
        <p:spPr>
          <a:xfrm>
            <a:off x="4315968" y="512064"/>
            <a:ext cx="7315200" cy="640080"/>
          </a:xfrm>
          <a:prstGeom prst="rect">
            <a:avLst/>
          </a:prstGeom>
          <a:noFill/>
        </p:spPr>
        <p:txBody>
          <a:bodyPr wrap="square" lIns="0" rIns="0" tIns="0" bIns="0" anchor="t">
            <a:spAutoFit/>
          </a:bodyPr>
          <a:lstStyle/>
          <a:p>
            <a:pPr algn="l">
              <a:lnSpc>
                <a:spcPct val="110000"/>
              </a:lnSpc>
              <a:spcAft>
                <a:spcPts val="400"/>
              </a:spcAft>
            </a:pPr>
            <a:r>
              <a:rPr sz="2900" b="1" spc="0">
                <a:solidFill>
                  <a:srgbClr val="162C40"/>
                </a:solidFill>
                <a:latin typeface="Didact Gothic"/>
              </a:rPr>
              <a:t>T7.3 – Final Review preparation</a:t>
            </a:r>
          </a:p>
        </p:txBody>
      </p:sp>
      <p:sp>
        <p:nvSpPr>
          <p:cNvPr id="3" name="TextBox 2"/>
          <p:cNvSpPr txBox="1"/>
          <p:nvPr/>
        </p:nvSpPr>
        <p:spPr>
          <a:xfrm>
            <a:off x="4315968" y="1179576"/>
            <a:ext cx="7315200" cy="457200"/>
          </a:xfrm>
          <a:prstGeom prst="rect">
            <a:avLst/>
          </a:prstGeom>
          <a:noFill/>
        </p:spPr>
        <p:txBody>
          <a:bodyPr wrap="square" lIns="0" rIns="0" tIns="0" bIns="0" anchor="t">
            <a:spAutoFit/>
          </a:bodyPr>
          <a:lstStyle/>
          <a:p>
            <a:pPr algn="l">
              <a:lnSpc>
                <a:spcPct val="110000"/>
              </a:lnSpc>
              <a:spcAft>
                <a:spcPts val="400"/>
              </a:spcAft>
            </a:pPr>
            <a:r>
              <a:rPr sz="1500" b="0" spc="0">
                <a:solidFill>
                  <a:srgbClr val="5A8C3E"/>
                </a:solidFill>
                <a:latin typeface="Didact Gothic"/>
              </a:rPr>
              <a:t>Until the end of the project | a clear evidence trail</a:t>
            </a:r>
          </a:p>
        </p:txBody>
      </p:sp>
      <p:sp>
        <p:nvSpPr>
          <p:cNvPr id="4" name="Rectangle 3"/>
          <p:cNvSpPr/>
          <p:nvPr/>
        </p:nvSpPr>
        <p:spPr>
          <a:xfrm>
            <a:off x="4325112" y="1920239"/>
            <a:ext cx="73152" cy="886968"/>
          </a:xfrm>
          <a:prstGeom prst="rect">
            <a:avLst/>
          </a:prstGeom>
          <a:solidFill>
            <a:srgbClr val="5A8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626864" y="1874519"/>
            <a:ext cx="6400800" cy="402336"/>
          </a:xfrm>
          <a:prstGeom prst="rect">
            <a:avLst/>
          </a:prstGeom>
          <a:noFill/>
        </p:spPr>
        <p:txBody>
          <a:bodyPr wrap="square" lIns="0" rIns="0" tIns="0" bIns="0" anchor="t">
            <a:spAutoFit/>
          </a:bodyPr>
          <a:lstStyle/>
          <a:p>
            <a:pPr algn="l">
              <a:lnSpc>
                <a:spcPct val="110000"/>
              </a:lnSpc>
              <a:spcAft>
                <a:spcPts val="400"/>
              </a:spcAft>
            </a:pPr>
            <a:r>
              <a:rPr sz="2200" b="1" spc="0">
                <a:solidFill>
                  <a:srgbClr val="162C40"/>
                </a:solidFill>
                <a:latin typeface="Didact Gothic"/>
              </a:rPr>
              <a:t>Completed platform</a:t>
            </a:r>
          </a:p>
        </p:txBody>
      </p:sp>
      <p:sp>
        <p:nvSpPr>
          <p:cNvPr id="6" name="TextBox 5"/>
          <p:cNvSpPr txBox="1"/>
          <p:nvPr/>
        </p:nvSpPr>
        <p:spPr>
          <a:xfrm>
            <a:off x="4626864" y="2368296"/>
            <a:ext cx="6400800" cy="667512"/>
          </a:xfrm>
          <a:prstGeom prst="rect">
            <a:avLst/>
          </a:prstGeom>
          <a:noFill/>
        </p:spPr>
        <p:txBody>
          <a:bodyPr wrap="square" lIns="0" rIns="0" tIns="0" bIns="0" anchor="t">
            <a:spAutoFit/>
          </a:bodyPr>
          <a:lstStyle/>
          <a:p>
            <a:pPr algn="l">
              <a:lnSpc>
                <a:spcPct val="110000"/>
              </a:lnSpc>
              <a:spcAft>
                <a:spcPts val="400"/>
              </a:spcAft>
            </a:pPr>
            <a:r>
              <a:rPr sz="1800" b="0" spc="0">
                <a:solidFill>
                  <a:srgbClr val="162C40"/>
                </a:solidFill>
                <a:latin typeface="Didact Gothic"/>
              </a:rPr>
              <a:t>Record the as-built indoor configuration, payload interfaces and operating setup.</a:t>
            </a:r>
          </a:p>
        </p:txBody>
      </p:sp>
      <p:sp>
        <p:nvSpPr>
          <p:cNvPr id="7" name="Rectangle 6"/>
          <p:cNvSpPr/>
          <p:nvPr/>
        </p:nvSpPr>
        <p:spPr>
          <a:xfrm>
            <a:off x="4325112" y="3072383"/>
            <a:ext cx="73152" cy="886968"/>
          </a:xfrm>
          <a:prstGeom prst="rect">
            <a:avLst/>
          </a:prstGeom>
          <a:solidFill>
            <a:srgbClr val="5A8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26864" y="3026663"/>
            <a:ext cx="6400800" cy="402336"/>
          </a:xfrm>
          <a:prstGeom prst="rect">
            <a:avLst/>
          </a:prstGeom>
          <a:noFill/>
        </p:spPr>
        <p:txBody>
          <a:bodyPr wrap="square" lIns="0" rIns="0" tIns="0" bIns="0" anchor="t">
            <a:spAutoFit/>
          </a:bodyPr>
          <a:lstStyle/>
          <a:p>
            <a:pPr algn="l">
              <a:lnSpc>
                <a:spcPct val="110000"/>
              </a:lnSpc>
              <a:spcAft>
                <a:spcPts val="400"/>
              </a:spcAft>
            </a:pPr>
            <a:r>
              <a:rPr sz="2200" b="1" spc="0">
                <a:solidFill>
                  <a:srgbClr val="162C40"/>
                </a:solidFill>
                <a:latin typeface="Didact Gothic"/>
              </a:rPr>
              <a:t>Testing and demonstration</a:t>
            </a:r>
          </a:p>
        </p:txBody>
      </p:sp>
      <p:sp>
        <p:nvSpPr>
          <p:cNvPr id="9" name="TextBox 8"/>
          <p:cNvSpPr txBox="1"/>
          <p:nvPr/>
        </p:nvSpPr>
        <p:spPr>
          <a:xfrm>
            <a:off x="4626864" y="3520439"/>
            <a:ext cx="6400800" cy="667512"/>
          </a:xfrm>
          <a:prstGeom prst="rect">
            <a:avLst/>
          </a:prstGeom>
          <a:noFill/>
        </p:spPr>
        <p:txBody>
          <a:bodyPr wrap="square" lIns="0" rIns="0" tIns="0" bIns="0" anchor="t">
            <a:spAutoFit/>
          </a:bodyPr>
          <a:lstStyle/>
          <a:p>
            <a:pPr algn="l">
              <a:lnSpc>
                <a:spcPct val="110000"/>
              </a:lnSpc>
              <a:spcAft>
                <a:spcPts val="400"/>
              </a:spcAft>
            </a:pPr>
            <a:r>
              <a:rPr sz="1800" b="0" spc="0">
                <a:solidFill>
                  <a:srgbClr val="162C40"/>
                </a:solidFill>
                <a:latin typeface="Didact Gothic"/>
              </a:rPr>
              <a:t>Link Lavrion flight evidence with the Björkdal payload and SLAM/mapping demonstration.</a:t>
            </a:r>
          </a:p>
        </p:txBody>
      </p:sp>
      <p:sp>
        <p:nvSpPr>
          <p:cNvPr id="10" name="Rectangle 9"/>
          <p:cNvSpPr/>
          <p:nvPr/>
        </p:nvSpPr>
        <p:spPr>
          <a:xfrm>
            <a:off x="4325112" y="4224528"/>
            <a:ext cx="73152" cy="886968"/>
          </a:xfrm>
          <a:prstGeom prst="rect">
            <a:avLst/>
          </a:prstGeom>
          <a:solidFill>
            <a:srgbClr val="5A8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26864" y="4178808"/>
            <a:ext cx="6400800" cy="402336"/>
          </a:xfrm>
          <a:prstGeom prst="rect">
            <a:avLst/>
          </a:prstGeom>
          <a:noFill/>
        </p:spPr>
        <p:txBody>
          <a:bodyPr wrap="square" lIns="0" rIns="0" tIns="0" bIns="0" anchor="t">
            <a:spAutoFit/>
          </a:bodyPr>
          <a:lstStyle/>
          <a:p>
            <a:pPr algn="l">
              <a:lnSpc>
                <a:spcPct val="110000"/>
              </a:lnSpc>
              <a:spcAft>
                <a:spcPts val="400"/>
              </a:spcAft>
            </a:pPr>
            <a:r>
              <a:rPr sz="2200" b="1" spc="0">
                <a:solidFill>
                  <a:srgbClr val="162C40"/>
                </a:solidFill>
                <a:latin typeface="Didact Gothic"/>
              </a:rPr>
              <a:t>Results and lessons learned</a:t>
            </a:r>
          </a:p>
        </p:txBody>
      </p:sp>
      <p:sp>
        <p:nvSpPr>
          <p:cNvPr id="12" name="TextBox 11"/>
          <p:cNvSpPr txBox="1"/>
          <p:nvPr/>
        </p:nvSpPr>
        <p:spPr>
          <a:xfrm>
            <a:off x="4626864" y="4672584"/>
            <a:ext cx="6400800" cy="667512"/>
          </a:xfrm>
          <a:prstGeom prst="rect">
            <a:avLst/>
          </a:prstGeom>
          <a:noFill/>
        </p:spPr>
        <p:txBody>
          <a:bodyPr wrap="square" lIns="0" rIns="0" tIns="0" bIns="0" anchor="t">
            <a:spAutoFit/>
          </a:bodyPr>
          <a:lstStyle/>
          <a:p>
            <a:pPr algn="l">
              <a:lnSpc>
                <a:spcPct val="110000"/>
              </a:lnSpc>
              <a:spcAft>
                <a:spcPts val="400"/>
              </a:spcAft>
            </a:pPr>
            <a:r>
              <a:rPr sz="1800" b="0" spc="0">
                <a:solidFill>
                  <a:srgbClr val="162C40"/>
                </a:solidFill>
                <a:latin typeface="Didact Gothic"/>
              </a:rPr>
              <a:t>Incorporate fragmentation outcomes and confirmed pilot mitigations; align the detail with WP8.</a:t>
            </a:r>
          </a:p>
        </p:txBody>
      </p:sp>
      <p:sp>
        <p:nvSpPr>
          <p:cNvPr id="13" name="Rounded Rectangle 12"/>
          <p:cNvSpPr/>
          <p:nvPr/>
        </p:nvSpPr>
        <p:spPr>
          <a:xfrm>
            <a:off x="4315968" y="5705856"/>
            <a:ext cx="7040880" cy="438912"/>
          </a:xfrm>
          <a:prstGeom prst="roundRect">
            <a:avLst>
              <a:gd name="adj" fmla="val 6000"/>
            </a:avLst>
          </a:prstGeom>
          <a:solidFill>
            <a:srgbClr val="5A8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8848" y="5779008"/>
            <a:ext cx="6675120" cy="310896"/>
          </a:xfrm>
          <a:prstGeom prst="rect">
            <a:avLst/>
          </a:prstGeom>
          <a:noFill/>
        </p:spPr>
        <p:txBody>
          <a:bodyPr wrap="square" lIns="0" rIns="0" tIns="0" bIns="0" anchor="t">
            <a:spAutoFit/>
          </a:bodyPr>
          <a:lstStyle/>
          <a:p>
            <a:pPr algn="l">
              <a:lnSpc>
                <a:spcPct val="110000"/>
              </a:lnSpc>
              <a:spcAft>
                <a:spcPts val="400"/>
              </a:spcAft>
            </a:pPr>
            <a:r>
              <a:rPr sz="1700" b="0" spc="0">
                <a:solidFill>
                  <a:srgbClr val="FFFFFF"/>
                </a:solidFill>
                <a:latin typeface="Didact Gothic"/>
              </a:rPr>
              <a:t>Review message: indoor platform completed, tested and demonstrated.</a:t>
            </a:r>
          </a:p>
        </p:txBody>
      </p:sp>
      <p:sp>
        <p:nvSpPr>
          <p:cNvPr id="15" name="TextBox 14"/>
          <p:cNvSpPr txBox="1"/>
          <p:nvPr/>
        </p:nvSpPr>
        <p:spPr>
          <a:xfrm>
            <a:off x="4297680" y="6428232"/>
            <a:ext cx="4480560" cy="201168"/>
          </a:xfrm>
          <a:prstGeom prst="rect">
            <a:avLst/>
          </a:prstGeom>
          <a:noFill/>
        </p:spPr>
        <p:txBody>
          <a:bodyPr wrap="square" lIns="0" rIns="0" tIns="0" bIns="0" anchor="t">
            <a:spAutoFit/>
          </a:bodyPr>
          <a:lstStyle/>
          <a:p>
            <a:pPr algn="l">
              <a:lnSpc>
                <a:spcPct val="110000"/>
              </a:lnSpc>
              <a:spcAft>
                <a:spcPts val="400"/>
              </a:spcAft>
            </a:pPr>
            <a:r>
              <a:rPr sz="900" b="0" spc="0">
                <a:solidFill>
                  <a:srgbClr val="3F3219"/>
                </a:solidFill>
                <a:latin typeface="Didact Gothic"/>
              </a:rPr>
              <a:t>XTRACT 7th GA | Online | 14 October 2026</a:t>
            </a:r>
          </a:p>
        </p:txBody>
      </p:sp>
      <p:sp>
        <p:nvSpPr>
          <p:cNvPr id="16" name="TextBox 15"/>
          <p:cNvSpPr txBox="1"/>
          <p:nvPr/>
        </p:nvSpPr>
        <p:spPr>
          <a:xfrm>
            <a:off x="10972800" y="6419088"/>
            <a:ext cx="457200" cy="228600"/>
          </a:xfrm>
          <a:prstGeom prst="rect">
            <a:avLst/>
          </a:prstGeom>
          <a:noFill/>
        </p:spPr>
        <p:txBody>
          <a:bodyPr wrap="square" lIns="0" rIns="0" tIns="0" bIns="0" anchor="t">
            <a:spAutoFit/>
          </a:bodyPr>
          <a:lstStyle/>
          <a:p>
            <a:pPr algn="r">
              <a:lnSpc>
                <a:spcPct val="110000"/>
              </a:lnSpc>
              <a:spcAft>
                <a:spcPts val="400"/>
              </a:spcAft>
            </a:pPr>
            <a:r>
              <a:rPr sz="1000" b="0" spc="0">
                <a:solidFill>
                  <a:srgbClr val="162C40"/>
                </a:solidFill>
                <a:latin typeface="Didact Gothic"/>
              </a:rPr>
              <a:t>8</a:t>
            </a:r>
          </a:p>
        </p:txBody>
      </p:sp>
    </p:spTree>
  </p:cSld>
  <mc:AlternateContent>
    <mc:Choice Requires="p14">
      <p:transition spd="slow" p14:dur="2000"/>
    </mc:Choice>
    <mc:Fallback>
      <p:transition spd="slow"/>
    </mc:Fallback>
  </mc:AlternateContent>
  <p:extLst>
    <p:ext uri="urn:com:collaboraoffice:names:experimental:ooxml:xmlns:coext:1.0">
      <coext:pageGuid xmlns:coext="urn:com:collaboraoffice:names:experimental:ooxml:xmlns:coext:1.0" val="{C9C056E9-C6D7-4ED9-862A-A1761D32A355}"/>
    </p:ext>
  </p:extLs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1">
  <p:cSld>
    <p:spTree>
      <p:nvGrpSpPr>
        <p:cNvPr id="1" name=""/>
        <p:cNvGrpSpPr/>
        <p:nvPr/>
      </p:nvGrpSpPr>
      <p:grpSpPr>
        <a:xfrm>
          <a:off x="0" y="0"/>
          <a:ext cx="0" cy="0"/>
          <a:chOff x="0" y="0"/>
          <a:chExt cx="0" cy="0"/>
        </a:xfrm>
      </p:grpSpPr>
      <p:sp>
        <p:nvSpPr>
          <p:cNvPr id="2" name="TextBox 1"/>
          <p:cNvSpPr txBox="1"/>
          <p:nvPr/>
        </p:nvSpPr>
        <p:spPr>
          <a:xfrm>
            <a:off x="768096" y="512064"/>
            <a:ext cx="10698480" cy="640080"/>
          </a:xfrm>
          <a:prstGeom prst="rect">
            <a:avLst/>
          </a:prstGeom>
          <a:noFill/>
        </p:spPr>
        <p:txBody>
          <a:bodyPr wrap="square" lIns="0" rIns="0" tIns="0" bIns="0" anchor="t">
            <a:spAutoFit/>
          </a:bodyPr>
          <a:lstStyle/>
          <a:p>
            <a:pPr algn="l">
              <a:lnSpc>
                <a:spcPct val="110000"/>
              </a:lnSpc>
              <a:spcAft>
                <a:spcPts val="400"/>
              </a:spcAft>
            </a:pPr>
            <a:r>
              <a:rPr sz="2900" b="1" spc="0">
                <a:solidFill>
                  <a:srgbClr val="162C40"/>
                </a:solidFill>
                <a:latin typeface="Didact Gothic"/>
              </a:rPr>
              <a:t>T7.3 – From preparation to deployment</a:t>
            </a:r>
          </a:p>
        </p:txBody>
      </p:sp>
      <p:sp>
        <p:nvSpPr>
          <p:cNvPr id="3" name="TextBox 2"/>
          <p:cNvSpPr txBox="1"/>
          <p:nvPr/>
        </p:nvSpPr>
        <p:spPr>
          <a:xfrm>
            <a:off x="768096" y="1179576"/>
            <a:ext cx="10698480" cy="457200"/>
          </a:xfrm>
          <a:prstGeom prst="rect">
            <a:avLst/>
          </a:prstGeom>
          <a:noFill/>
        </p:spPr>
        <p:txBody>
          <a:bodyPr wrap="square" lIns="0" rIns="0" tIns="0" bIns="0" anchor="t">
            <a:spAutoFit/>
          </a:bodyPr>
          <a:lstStyle/>
          <a:p>
            <a:pPr algn="l">
              <a:lnSpc>
                <a:spcPct val="110000"/>
              </a:lnSpc>
              <a:spcAft>
                <a:spcPts val="400"/>
              </a:spcAft>
            </a:pPr>
            <a:r>
              <a:rPr sz="1500" b="0" spc="0">
                <a:solidFill>
                  <a:srgbClr val="5A8C3E"/>
                </a:solidFill>
                <a:latin typeface="Didact Gothic"/>
              </a:rPr>
              <a:t>Indoor configuration completed; underground testing and demonstration performed</a:t>
            </a:r>
          </a:p>
        </p:txBody>
      </p:sp>
      <p:sp>
        <p:nvSpPr>
          <p:cNvPr id="4" name="Rounded Rectangle 3"/>
          <p:cNvSpPr/>
          <p:nvPr/>
        </p:nvSpPr>
        <p:spPr>
          <a:xfrm>
            <a:off x="768096" y="1874519"/>
            <a:ext cx="3374136" cy="3611880"/>
          </a:xfrm>
          <a:prstGeom prst="roundRect">
            <a:avLst>
              <a:gd name="adj" fmla="val 6000"/>
            </a:avLst>
          </a:prstGeom>
          <a:solidFill>
            <a:srgbClr val="F0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2039112"/>
            <a:ext cx="603504" cy="493776"/>
          </a:xfrm>
          <a:prstGeom prst="rect">
            <a:avLst/>
          </a:prstGeom>
          <a:noFill/>
        </p:spPr>
        <p:txBody>
          <a:bodyPr wrap="square" lIns="0" rIns="0" tIns="0" bIns="0" anchor="t">
            <a:spAutoFit/>
          </a:bodyPr>
          <a:lstStyle/>
          <a:p>
            <a:pPr algn="l">
              <a:lnSpc>
                <a:spcPct val="110000"/>
              </a:lnSpc>
              <a:spcAft>
                <a:spcPts val="400"/>
              </a:spcAft>
            </a:pPr>
            <a:r>
              <a:rPr sz="3100" b="1" spc="0">
                <a:solidFill>
                  <a:srgbClr val="5A8C3E"/>
                </a:solidFill>
                <a:latin typeface="Didact Gothic"/>
              </a:rPr>
              <a:t>01</a:t>
            </a:r>
          </a:p>
        </p:txBody>
      </p:sp>
      <p:sp>
        <p:nvSpPr>
          <p:cNvPr id="6" name="TextBox 5"/>
          <p:cNvSpPr txBox="1"/>
          <p:nvPr/>
        </p:nvSpPr>
        <p:spPr>
          <a:xfrm>
            <a:off x="969264" y="2724912"/>
            <a:ext cx="3008376" cy="384048"/>
          </a:xfrm>
          <a:prstGeom prst="rect">
            <a:avLst/>
          </a:prstGeom>
          <a:noFill/>
        </p:spPr>
        <p:txBody>
          <a:bodyPr wrap="square" lIns="0" rIns="0" tIns="0" bIns="0" anchor="t">
            <a:spAutoFit/>
          </a:bodyPr>
          <a:lstStyle/>
          <a:p>
            <a:pPr algn="l">
              <a:lnSpc>
                <a:spcPct val="110000"/>
              </a:lnSpc>
              <a:spcAft>
                <a:spcPts val="400"/>
              </a:spcAft>
            </a:pPr>
            <a:r>
              <a:rPr sz="1300" b="0" spc="0">
                <a:solidFill>
                  <a:srgbClr val="52616C"/>
                </a:solidFill>
                <a:latin typeface="Didact Gothic"/>
              </a:rPr>
              <a:t>Previous GA | June 2026</a:t>
            </a:r>
          </a:p>
        </p:txBody>
      </p:sp>
      <p:sp>
        <p:nvSpPr>
          <p:cNvPr id="7" name="TextBox 6"/>
          <p:cNvSpPr txBox="1"/>
          <p:nvPr/>
        </p:nvSpPr>
        <p:spPr>
          <a:xfrm>
            <a:off x="969264" y="3236976"/>
            <a:ext cx="2990088" cy="475488"/>
          </a:xfrm>
          <a:prstGeom prst="rect">
            <a:avLst/>
          </a:prstGeom>
          <a:noFill/>
        </p:spPr>
        <p:txBody>
          <a:bodyPr wrap="square" lIns="0" rIns="0" tIns="0" bIns="0" anchor="t">
            <a:spAutoFit/>
          </a:bodyPr>
          <a:lstStyle/>
          <a:p>
            <a:pPr algn="l">
              <a:lnSpc>
                <a:spcPct val="110000"/>
              </a:lnSpc>
              <a:spcAft>
                <a:spcPts val="400"/>
              </a:spcAft>
            </a:pPr>
            <a:r>
              <a:rPr sz="2100" b="1" spc="0">
                <a:solidFill>
                  <a:srgbClr val="162C40"/>
                </a:solidFill>
                <a:latin typeface="Didact Gothic"/>
              </a:rPr>
              <a:t>Design &amp; preparation</a:t>
            </a:r>
          </a:p>
        </p:txBody>
      </p:sp>
      <p:sp>
        <p:nvSpPr>
          <p:cNvPr id="8" name="TextBox 7"/>
          <p:cNvSpPr txBox="1"/>
          <p:nvPr/>
        </p:nvSpPr>
        <p:spPr>
          <a:xfrm>
            <a:off x="969264" y="3694176"/>
            <a:ext cx="2990088" cy="548640"/>
          </a:xfrm>
          <a:prstGeom prst="rect">
            <a:avLst/>
          </a:prstGeom>
          <a:noFill/>
        </p:spPr>
        <p:txBody>
          <a:bodyPr wrap="square" lIns="0" rIns="0" tIns="0" bIns="0" anchor="t">
            <a:spAutoFit/>
          </a:bodyPr>
          <a:lstStyle/>
          <a:p>
            <a:pPr algn="l">
              <a:lnSpc>
                <a:spcPct val="110000"/>
              </a:lnSpc>
              <a:spcAft>
                <a:spcPts val="400"/>
              </a:spcAft>
            </a:pPr>
            <a:r>
              <a:rPr sz="1600" b="0" spc="0">
                <a:solidFill>
                  <a:srgbClr val="162C40"/>
                </a:solidFill>
                <a:latin typeface="Didact Gothic"/>
              </a:rPr>
              <a:t>• Indoor design and assembly</a:t>
            </a:r>
          </a:p>
        </p:txBody>
      </p:sp>
      <p:sp>
        <p:nvSpPr>
          <p:cNvPr id="9" name="TextBox 8"/>
          <p:cNvSpPr txBox="1"/>
          <p:nvPr/>
        </p:nvSpPr>
        <p:spPr>
          <a:xfrm>
            <a:off x="969264" y="4242816"/>
            <a:ext cx="2990088" cy="548640"/>
          </a:xfrm>
          <a:prstGeom prst="rect">
            <a:avLst/>
          </a:prstGeom>
          <a:noFill/>
        </p:spPr>
        <p:txBody>
          <a:bodyPr wrap="square" lIns="0" rIns="0" tIns="0" bIns="0" anchor="t">
            <a:spAutoFit/>
          </a:bodyPr>
          <a:lstStyle/>
          <a:p>
            <a:pPr algn="l">
              <a:lnSpc>
                <a:spcPct val="110000"/>
              </a:lnSpc>
              <a:spcAft>
                <a:spcPts val="400"/>
              </a:spcAft>
            </a:pPr>
            <a:r>
              <a:rPr sz="1600" b="0" spc="0">
                <a:solidFill>
                  <a:srgbClr val="162C40"/>
                </a:solidFill>
                <a:latin typeface="Didact Gothic"/>
              </a:rPr>
              <a:t>• Motor–ESC alternatives tested</a:t>
            </a:r>
          </a:p>
        </p:txBody>
      </p:sp>
      <p:sp>
        <p:nvSpPr>
          <p:cNvPr id="10" name="TextBox 9"/>
          <p:cNvSpPr txBox="1"/>
          <p:nvPr/>
        </p:nvSpPr>
        <p:spPr>
          <a:xfrm>
            <a:off x="969264" y="4791456"/>
            <a:ext cx="2990088" cy="548640"/>
          </a:xfrm>
          <a:prstGeom prst="rect">
            <a:avLst/>
          </a:prstGeom>
          <a:noFill/>
        </p:spPr>
        <p:txBody>
          <a:bodyPr wrap="square" lIns="0" rIns="0" tIns="0" bIns="0" anchor="t">
            <a:spAutoFit/>
          </a:bodyPr>
          <a:lstStyle/>
          <a:p>
            <a:pPr algn="l">
              <a:lnSpc>
                <a:spcPct val="110000"/>
              </a:lnSpc>
              <a:spcAft>
                <a:spcPts val="400"/>
              </a:spcAft>
            </a:pPr>
            <a:r>
              <a:rPr sz="1600" b="0" spc="0">
                <a:solidFill>
                  <a:srgbClr val="162C40"/>
                </a:solidFill>
                <a:latin typeface="Didact Gothic"/>
              </a:rPr>
              <a:t>• LiDAR/RGB/Jetson kit prepared</a:t>
            </a:r>
          </a:p>
        </p:txBody>
      </p:sp>
      <p:sp>
        <p:nvSpPr>
          <p:cNvPr id="11" name="TextBox 10"/>
          <p:cNvSpPr txBox="1"/>
          <p:nvPr/>
        </p:nvSpPr>
        <p:spPr>
          <a:xfrm>
            <a:off x="4187952" y="3054096"/>
            <a:ext cx="274320" cy="475488"/>
          </a:xfrm>
          <a:prstGeom prst="rect">
            <a:avLst/>
          </a:prstGeom>
          <a:noFill/>
        </p:spPr>
        <p:txBody>
          <a:bodyPr wrap="square" lIns="0" rIns="0" tIns="0" bIns="0" anchor="t">
            <a:spAutoFit/>
          </a:bodyPr>
          <a:lstStyle/>
          <a:p>
            <a:pPr algn="l">
              <a:lnSpc>
                <a:spcPct val="110000"/>
              </a:lnSpc>
              <a:spcAft>
                <a:spcPts val="400"/>
              </a:spcAft>
            </a:pPr>
            <a:r>
              <a:rPr sz="2900" b="1" spc="0">
                <a:solidFill>
                  <a:srgbClr val="5A8C3E"/>
                </a:solidFill>
                <a:latin typeface="Didact Gothic"/>
              </a:rPr>
              <a:t>›</a:t>
            </a:r>
          </a:p>
        </p:txBody>
      </p:sp>
      <p:sp>
        <p:nvSpPr>
          <p:cNvPr id="12" name="Rounded Rectangle 11"/>
          <p:cNvSpPr/>
          <p:nvPr/>
        </p:nvSpPr>
        <p:spPr>
          <a:xfrm>
            <a:off x="4434840" y="1874519"/>
            <a:ext cx="3374136" cy="3611880"/>
          </a:xfrm>
          <a:prstGeom prst="roundRect">
            <a:avLst>
              <a:gd name="adj" fmla="val 6000"/>
            </a:avLst>
          </a:prstGeom>
          <a:solidFill>
            <a:srgbClr val="F0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6007" y="2039112"/>
            <a:ext cx="603504" cy="493776"/>
          </a:xfrm>
          <a:prstGeom prst="rect">
            <a:avLst/>
          </a:prstGeom>
          <a:noFill/>
        </p:spPr>
        <p:txBody>
          <a:bodyPr wrap="square" lIns="0" rIns="0" tIns="0" bIns="0" anchor="t">
            <a:spAutoFit/>
          </a:bodyPr>
          <a:lstStyle/>
          <a:p>
            <a:pPr algn="l">
              <a:lnSpc>
                <a:spcPct val="110000"/>
              </a:lnSpc>
              <a:spcAft>
                <a:spcPts val="400"/>
              </a:spcAft>
            </a:pPr>
            <a:r>
              <a:rPr sz="3100" b="1" spc="0">
                <a:solidFill>
                  <a:srgbClr val="5A8C3E"/>
                </a:solidFill>
                <a:latin typeface="Didact Gothic"/>
              </a:rPr>
              <a:t>02</a:t>
            </a:r>
          </a:p>
        </p:txBody>
      </p:sp>
      <p:sp>
        <p:nvSpPr>
          <p:cNvPr id="14" name="TextBox 13"/>
          <p:cNvSpPr txBox="1"/>
          <p:nvPr/>
        </p:nvSpPr>
        <p:spPr>
          <a:xfrm>
            <a:off x="4636007" y="2724912"/>
            <a:ext cx="3008376" cy="384048"/>
          </a:xfrm>
          <a:prstGeom prst="rect">
            <a:avLst/>
          </a:prstGeom>
          <a:noFill/>
        </p:spPr>
        <p:txBody>
          <a:bodyPr wrap="square" lIns="0" rIns="0" tIns="0" bIns="0" anchor="t">
            <a:spAutoFit/>
          </a:bodyPr>
          <a:lstStyle/>
          <a:p>
            <a:pPr algn="l">
              <a:lnSpc>
                <a:spcPct val="110000"/>
              </a:lnSpc>
              <a:spcAft>
                <a:spcPts val="400"/>
              </a:spcAft>
            </a:pPr>
            <a:r>
              <a:rPr sz="1300" b="0" spc="0">
                <a:solidFill>
                  <a:srgbClr val="52616C"/>
                </a:solidFill>
                <a:latin typeface="Didact Gothic"/>
              </a:rPr>
              <a:t>Progress update | September 2026</a:t>
            </a:r>
          </a:p>
        </p:txBody>
      </p:sp>
      <p:sp>
        <p:nvSpPr>
          <p:cNvPr id="15" name="TextBox 14"/>
          <p:cNvSpPr txBox="1"/>
          <p:nvPr/>
        </p:nvSpPr>
        <p:spPr>
          <a:xfrm>
            <a:off x="4636007" y="3236976"/>
            <a:ext cx="2990088" cy="475488"/>
          </a:xfrm>
          <a:prstGeom prst="rect">
            <a:avLst/>
          </a:prstGeom>
          <a:noFill/>
        </p:spPr>
        <p:txBody>
          <a:bodyPr wrap="square" lIns="0" rIns="0" tIns="0" bIns="0" anchor="t">
            <a:spAutoFit/>
          </a:bodyPr>
          <a:lstStyle/>
          <a:p>
            <a:pPr algn="l">
              <a:lnSpc>
                <a:spcPct val="110000"/>
              </a:lnSpc>
              <a:spcAft>
                <a:spcPts val="400"/>
              </a:spcAft>
            </a:pPr>
            <a:r>
              <a:rPr sz="2100" b="1" spc="0">
                <a:solidFill>
                  <a:srgbClr val="162C40"/>
                </a:solidFill>
                <a:latin typeface="Didact Gothic"/>
              </a:rPr>
              <a:t>Lavrion flight tests</a:t>
            </a:r>
          </a:p>
        </p:txBody>
      </p:sp>
      <p:sp>
        <p:nvSpPr>
          <p:cNvPr id="16" name="TextBox 15"/>
          <p:cNvSpPr txBox="1"/>
          <p:nvPr/>
        </p:nvSpPr>
        <p:spPr>
          <a:xfrm>
            <a:off x="4636007" y="3694176"/>
            <a:ext cx="2990088" cy="548640"/>
          </a:xfrm>
          <a:prstGeom prst="rect">
            <a:avLst/>
          </a:prstGeom>
          <a:noFill/>
        </p:spPr>
        <p:txBody>
          <a:bodyPr wrap="square" lIns="0" rIns="0" tIns="0" bIns="0" anchor="t">
            <a:spAutoFit/>
          </a:bodyPr>
          <a:lstStyle/>
          <a:p>
            <a:pPr algn="l">
              <a:lnSpc>
                <a:spcPct val="110000"/>
              </a:lnSpc>
              <a:spcAft>
                <a:spcPts val="400"/>
              </a:spcAft>
            </a:pPr>
            <a:r>
              <a:rPr sz="1600" b="0" spc="0">
                <a:solidFill>
                  <a:srgbClr val="162C40"/>
                </a:solidFill>
                <a:latin typeface="Didact Gothic"/>
              </a:rPr>
              <a:t>• Both configurations finalised</a:t>
            </a:r>
          </a:p>
        </p:txBody>
      </p:sp>
      <p:sp>
        <p:nvSpPr>
          <p:cNvPr id="17" name="TextBox 16"/>
          <p:cNvSpPr txBox="1"/>
          <p:nvPr/>
        </p:nvSpPr>
        <p:spPr>
          <a:xfrm>
            <a:off x="4636007" y="4242816"/>
            <a:ext cx="2990088" cy="548640"/>
          </a:xfrm>
          <a:prstGeom prst="rect">
            <a:avLst/>
          </a:prstGeom>
          <a:noFill/>
        </p:spPr>
        <p:txBody>
          <a:bodyPr wrap="square" lIns="0" rIns="0" tIns="0" bIns="0" anchor="t">
            <a:spAutoFit/>
          </a:bodyPr>
          <a:lstStyle/>
          <a:p>
            <a:pPr algn="l">
              <a:lnSpc>
                <a:spcPct val="110000"/>
              </a:lnSpc>
              <a:spcAft>
                <a:spcPts val="400"/>
              </a:spcAft>
            </a:pPr>
            <a:r>
              <a:rPr sz="1600" b="0" spc="0">
                <a:solidFill>
                  <a:srgbClr val="162C40"/>
                </a:solidFill>
                <a:latin typeface="Didact Gothic"/>
              </a:rPr>
              <a:t>• Indoor flights with and without payload</a:t>
            </a:r>
          </a:p>
        </p:txBody>
      </p:sp>
      <p:sp>
        <p:nvSpPr>
          <p:cNvPr id="18" name="TextBox 17"/>
          <p:cNvSpPr txBox="1"/>
          <p:nvPr/>
        </p:nvSpPr>
        <p:spPr>
          <a:xfrm>
            <a:off x="4636007" y="4791456"/>
            <a:ext cx="2990088" cy="548640"/>
          </a:xfrm>
          <a:prstGeom prst="rect">
            <a:avLst/>
          </a:prstGeom>
          <a:noFill/>
        </p:spPr>
        <p:txBody>
          <a:bodyPr wrap="square" lIns="0" rIns="0" tIns="0" bIns="0" anchor="t">
            <a:spAutoFit/>
          </a:bodyPr>
          <a:lstStyle/>
          <a:p>
            <a:pPr algn="l">
              <a:lnSpc>
                <a:spcPct val="110000"/>
              </a:lnSpc>
              <a:spcAft>
                <a:spcPts val="400"/>
              </a:spcAft>
            </a:pPr>
            <a:r>
              <a:rPr sz="1600" b="0" spc="0">
                <a:solidFill>
                  <a:srgbClr val="162C40"/>
                </a:solidFill>
                <a:latin typeface="Didact Gothic"/>
              </a:rPr>
              <a:t>• Joint test activities with USAL</a:t>
            </a:r>
          </a:p>
        </p:txBody>
      </p:sp>
      <p:sp>
        <p:nvSpPr>
          <p:cNvPr id="19" name="TextBox 18"/>
          <p:cNvSpPr txBox="1"/>
          <p:nvPr/>
        </p:nvSpPr>
        <p:spPr>
          <a:xfrm>
            <a:off x="7854696" y="3054096"/>
            <a:ext cx="274320" cy="475488"/>
          </a:xfrm>
          <a:prstGeom prst="rect">
            <a:avLst/>
          </a:prstGeom>
          <a:noFill/>
        </p:spPr>
        <p:txBody>
          <a:bodyPr wrap="square" lIns="0" rIns="0" tIns="0" bIns="0" anchor="t">
            <a:spAutoFit/>
          </a:bodyPr>
          <a:lstStyle/>
          <a:p>
            <a:pPr algn="l">
              <a:lnSpc>
                <a:spcPct val="110000"/>
              </a:lnSpc>
              <a:spcAft>
                <a:spcPts val="400"/>
              </a:spcAft>
            </a:pPr>
            <a:r>
              <a:rPr sz="2900" b="1" spc="0">
                <a:solidFill>
                  <a:srgbClr val="5A8C3E"/>
                </a:solidFill>
                <a:latin typeface="Didact Gothic"/>
              </a:rPr>
              <a:t>›</a:t>
            </a:r>
          </a:p>
        </p:txBody>
      </p:sp>
      <p:sp>
        <p:nvSpPr>
          <p:cNvPr id="20" name="Rounded Rectangle 19"/>
          <p:cNvSpPr/>
          <p:nvPr/>
        </p:nvSpPr>
        <p:spPr>
          <a:xfrm>
            <a:off x="8101583" y="1874519"/>
            <a:ext cx="3374136" cy="3611880"/>
          </a:xfrm>
          <a:prstGeom prst="roundRect">
            <a:avLst>
              <a:gd name="adj" fmla="val 6000"/>
            </a:avLst>
          </a:prstGeom>
          <a:solidFill>
            <a:srgbClr val="F0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02752" y="2039112"/>
            <a:ext cx="603504" cy="493776"/>
          </a:xfrm>
          <a:prstGeom prst="rect">
            <a:avLst/>
          </a:prstGeom>
          <a:noFill/>
        </p:spPr>
        <p:txBody>
          <a:bodyPr wrap="square" lIns="0" rIns="0" tIns="0" bIns="0" anchor="t">
            <a:spAutoFit/>
          </a:bodyPr>
          <a:lstStyle/>
          <a:p>
            <a:pPr algn="l">
              <a:lnSpc>
                <a:spcPct val="110000"/>
              </a:lnSpc>
              <a:spcAft>
                <a:spcPts val="400"/>
              </a:spcAft>
            </a:pPr>
            <a:r>
              <a:rPr sz="3100" b="1" spc="0">
                <a:solidFill>
                  <a:srgbClr val="5A8C3E"/>
                </a:solidFill>
                <a:latin typeface="Didact Gothic"/>
              </a:rPr>
              <a:t>03</a:t>
            </a:r>
          </a:p>
        </p:txBody>
      </p:sp>
      <p:sp>
        <p:nvSpPr>
          <p:cNvPr id="22" name="TextBox 21"/>
          <p:cNvSpPr txBox="1"/>
          <p:nvPr/>
        </p:nvSpPr>
        <p:spPr>
          <a:xfrm>
            <a:off x="8302752" y="2724912"/>
            <a:ext cx="3008376" cy="384048"/>
          </a:xfrm>
          <a:prstGeom prst="rect">
            <a:avLst/>
          </a:prstGeom>
          <a:noFill/>
        </p:spPr>
        <p:txBody>
          <a:bodyPr wrap="square" lIns="0" rIns="0" tIns="0" bIns="0" anchor="t">
            <a:spAutoFit/>
          </a:bodyPr>
          <a:lstStyle/>
          <a:p>
            <a:pPr algn="l">
              <a:lnSpc>
                <a:spcPct val="110000"/>
              </a:lnSpc>
              <a:spcAft>
                <a:spcPts val="400"/>
              </a:spcAft>
            </a:pPr>
            <a:r>
              <a:rPr sz="1300" b="0" spc="0">
                <a:solidFill>
                  <a:srgbClr val="52616C"/>
                </a:solidFill>
                <a:latin typeface="Didact Gothic"/>
              </a:rPr>
              <a:t>Björkdal | October 2026</a:t>
            </a:r>
          </a:p>
        </p:txBody>
      </p:sp>
      <p:sp>
        <p:nvSpPr>
          <p:cNvPr id="23" name="TextBox 22"/>
          <p:cNvSpPr txBox="1"/>
          <p:nvPr/>
        </p:nvSpPr>
        <p:spPr>
          <a:xfrm>
            <a:off x="8302752" y="3236976"/>
            <a:ext cx="2990088" cy="475488"/>
          </a:xfrm>
          <a:prstGeom prst="rect">
            <a:avLst/>
          </a:prstGeom>
          <a:noFill/>
        </p:spPr>
        <p:txBody>
          <a:bodyPr wrap="square" lIns="0" rIns="0" tIns="0" bIns="0" anchor="t">
            <a:spAutoFit/>
          </a:bodyPr>
          <a:lstStyle/>
          <a:p>
            <a:pPr algn="l">
              <a:lnSpc>
                <a:spcPct val="110000"/>
              </a:lnSpc>
              <a:spcAft>
                <a:spcPts val="400"/>
              </a:spcAft>
            </a:pPr>
            <a:r>
              <a:rPr sz="2100" b="1" spc="0">
                <a:solidFill>
                  <a:srgbClr val="162C40"/>
                </a:solidFill>
                <a:latin typeface="Didact Gothic"/>
              </a:rPr>
              <a:t>Mine demonstration</a:t>
            </a:r>
          </a:p>
        </p:txBody>
      </p:sp>
      <p:sp>
        <p:nvSpPr>
          <p:cNvPr id="24" name="TextBox 23"/>
          <p:cNvSpPr txBox="1"/>
          <p:nvPr/>
        </p:nvSpPr>
        <p:spPr>
          <a:xfrm>
            <a:off x="8302752" y="3694176"/>
            <a:ext cx="2990088" cy="548640"/>
          </a:xfrm>
          <a:prstGeom prst="rect">
            <a:avLst/>
          </a:prstGeom>
          <a:noFill/>
        </p:spPr>
        <p:txBody>
          <a:bodyPr wrap="square" lIns="0" rIns="0" tIns="0" bIns="0" anchor="t">
            <a:spAutoFit/>
          </a:bodyPr>
          <a:lstStyle/>
          <a:p>
            <a:pPr algn="l">
              <a:lnSpc>
                <a:spcPct val="110000"/>
              </a:lnSpc>
              <a:spcAft>
                <a:spcPts val="400"/>
              </a:spcAft>
            </a:pPr>
            <a:r>
              <a:rPr sz="1600" b="0" spc="0">
                <a:solidFill>
                  <a:srgbClr val="162C40"/>
                </a:solidFill>
                <a:latin typeface="Didact Gothic"/>
              </a:rPr>
              <a:t>• Indoor activities completed</a:t>
            </a:r>
          </a:p>
        </p:txBody>
      </p:sp>
      <p:sp>
        <p:nvSpPr>
          <p:cNvPr id="25" name="TextBox 24"/>
          <p:cNvSpPr txBox="1"/>
          <p:nvPr/>
        </p:nvSpPr>
        <p:spPr>
          <a:xfrm>
            <a:off x="8302752" y="4242816"/>
            <a:ext cx="2990088" cy="548640"/>
          </a:xfrm>
          <a:prstGeom prst="rect">
            <a:avLst/>
          </a:prstGeom>
          <a:noFill/>
        </p:spPr>
        <p:txBody>
          <a:bodyPr wrap="square" lIns="0" rIns="0" tIns="0" bIns="0" anchor="t">
            <a:spAutoFit/>
          </a:bodyPr>
          <a:lstStyle/>
          <a:p>
            <a:pPr algn="l">
              <a:lnSpc>
                <a:spcPct val="110000"/>
              </a:lnSpc>
              <a:spcAft>
                <a:spcPts val="400"/>
              </a:spcAft>
            </a:pPr>
            <a:r>
              <a:rPr sz="1600" b="0" spc="0">
                <a:solidFill>
                  <a:srgbClr val="162C40"/>
                </a:solidFill>
                <a:latin typeface="Didact Gothic"/>
              </a:rPr>
              <a:t>• Payload + SLAM/mapping demonstrated</a:t>
            </a:r>
          </a:p>
        </p:txBody>
      </p:sp>
      <p:sp>
        <p:nvSpPr>
          <p:cNvPr id="26" name="TextBox 25"/>
          <p:cNvSpPr txBox="1"/>
          <p:nvPr/>
        </p:nvSpPr>
        <p:spPr>
          <a:xfrm>
            <a:off x="8302752" y="4791456"/>
            <a:ext cx="2990088" cy="548640"/>
          </a:xfrm>
          <a:prstGeom prst="rect">
            <a:avLst/>
          </a:prstGeom>
          <a:noFill/>
        </p:spPr>
        <p:txBody>
          <a:bodyPr wrap="square" lIns="0" rIns="0" tIns="0" bIns="0" anchor="t">
            <a:spAutoFit/>
          </a:bodyPr>
          <a:lstStyle/>
          <a:p>
            <a:pPr algn="l">
              <a:lnSpc>
                <a:spcPct val="110000"/>
              </a:lnSpc>
              <a:spcAft>
                <a:spcPts val="400"/>
              </a:spcAft>
            </a:pPr>
            <a:r>
              <a:rPr sz="1600" b="0" spc="0">
                <a:solidFill>
                  <a:srgbClr val="162C40"/>
                </a:solidFill>
                <a:latin typeface="Didact Gothic"/>
              </a:rPr>
              <a:t>• Indoor and outdoor pilot scenarios</a:t>
            </a:r>
          </a:p>
        </p:txBody>
      </p:sp>
      <p:sp>
        <p:nvSpPr>
          <p:cNvPr id="27" name="Rounded Rectangle 26"/>
          <p:cNvSpPr/>
          <p:nvPr/>
        </p:nvSpPr>
        <p:spPr>
          <a:xfrm>
            <a:off x="768096" y="5596128"/>
            <a:ext cx="10652760" cy="438912"/>
          </a:xfrm>
          <a:prstGeom prst="roundRect">
            <a:avLst>
              <a:gd name="adj" fmla="val 6000"/>
            </a:avLst>
          </a:prstGeom>
          <a:solidFill>
            <a:srgbClr val="5A8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0976" y="5669280"/>
            <a:ext cx="10287000" cy="310896"/>
          </a:xfrm>
          <a:prstGeom prst="rect">
            <a:avLst/>
          </a:prstGeom>
          <a:noFill/>
        </p:spPr>
        <p:txBody>
          <a:bodyPr wrap="square" lIns="0" rIns="0" tIns="0" bIns="0" anchor="t">
            <a:spAutoFit/>
          </a:bodyPr>
          <a:lstStyle/>
          <a:p>
            <a:pPr algn="l">
              <a:lnSpc>
                <a:spcPct val="110000"/>
              </a:lnSpc>
              <a:spcAft>
                <a:spcPts val="400"/>
              </a:spcAft>
            </a:pPr>
            <a:r>
              <a:rPr sz="1800" b="0" spc="0">
                <a:solidFill>
                  <a:srgbClr val="FFFFFF"/>
                </a:solidFill>
                <a:latin typeface="Didact Gothic"/>
              </a:rPr>
              <a:t>T7.3 technical activities completed — remaining work concerns results and reporting.</a:t>
            </a:r>
          </a:p>
        </p:txBody>
      </p:sp>
      <p:sp>
        <p:nvSpPr>
          <p:cNvPr id="29" name="TextBox 28"/>
          <p:cNvSpPr txBox="1"/>
          <p:nvPr/>
        </p:nvSpPr>
        <p:spPr>
          <a:xfrm>
            <a:off x="3931920" y="6428232"/>
            <a:ext cx="4480560" cy="201168"/>
          </a:xfrm>
          <a:prstGeom prst="rect">
            <a:avLst/>
          </a:prstGeom>
          <a:noFill/>
        </p:spPr>
        <p:txBody>
          <a:bodyPr wrap="square" lIns="0" rIns="0" tIns="0" bIns="0" anchor="t">
            <a:spAutoFit/>
          </a:bodyPr>
          <a:lstStyle/>
          <a:p>
            <a:pPr algn="l">
              <a:lnSpc>
                <a:spcPct val="110000"/>
              </a:lnSpc>
              <a:spcAft>
                <a:spcPts val="400"/>
              </a:spcAft>
            </a:pPr>
            <a:r>
              <a:rPr sz="900" b="0" spc="0">
                <a:solidFill>
                  <a:srgbClr val="3F3219"/>
                </a:solidFill>
                <a:latin typeface="Didact Gothic"/>
              </a:rPr>
              <a:t>XTRACT 7th GA | Online | 14 October 2026</a:t>
            </a:r>
          </a:p>
        </p:txBody>
      </p:sp>
      <p:sp>
        <p:nvSpPr>
          <p:cNvPr id="30" name="TextBox 29"/>
          <p:cNvSpPr txBox="1"/>
          <p:nvPr/>
        </p:nvSpPr>
        <p:spPr>
          <a:xfrm>
            <a:off x="10972800" y="6419088"/>
            <a:ext cx="457200" cy="228600"/>
          </a:xfrm>
          <a:prstGeom prst="rect">
            <a:avLst/>
          </a:prstGeom>
          <a:noFill/>
        </p:spPr>
        <p:txBody>
          <a:bodyPr wrap="square" lIns="0" rIns="0" tIns="0" bIns="0" anchor="t">
            <a:spAutoFit/>
          </a:bodyPr>
          <a:lstStyle/>
          <a:p>
            <a:pPr algn="r">
              <a:lnSpc>
                <a:spcPct val="110000"/>
              </a:lnSpc>
              <a:spcAft>
                <a:spcPts val="400"/>
              </a:spcAft>
            </a:pPr>
            <a:r>
              <a:rPr sz="1000" b="0" spc="0">
                <a:solidFill>
                  <a:srgbClr val="162C40"/>
                </a:solidFill>
                <a:latin typeface="Didact Gothic"/>
              </a:rPr>
              <a:t>2</a:t>
            </a:r>
          </a:p>
        </p:txBody>
      </p:sp>
    </p:spTree>
  </p:cSld>
  <mc:AlternateContent>
    <mc:Choice Requires="p14">
      <p:transition spd="slow" p14:dur="2000"/>
    </mc:Choice>
    <mc:Fallback>
      <p:transition spd="slow"/>
    </mc:Fallback>
  </mc:AlternateContent>
  <p:extLst>
    <p:ext uri="urn:com:collaboraoffice:names:experimental:ooxml:xmlns:coext:1.0">
      <coext:pageGuid xmlns:coext="urn:com:collaboraoffice:names:experimental:ooxml:xmlns:coext:1.0" val="{DEFF536A-EB53-49FC-8097-3FA62AC46C9F}"/>
    </p:ext>
  </p:extLs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1">
  <p:cSld>
    <p:spTree>
      <p:nvGrpSpPr>
        <p:cNvPr id="1" name=""/>
        <p:cNvGrpSpPr/>
        <p:nvPr/>
      </p:nvGrpSpPr>
      <p:grpSpPr>
        <a:xfrm>
          <a:off x="0" y="0"/>
          <a:ext cx="0" cy="0"/>
          <a:chOff x="0" y="0"/>
          <a:chExt cx="0" cy="0"/>
        </a:xfrm>
      </p:grpSpPr>
      <p:sp>
        <p:nvSpPr>
          <p:cNvPr id="2" name="TextBox 1"/>
          <p:cNvSpPr txBox="1"/>
          <p:nvPr/>
        </p:nvSpPr>
        <p:spPr>
          <a:xfrm>
            <a:off x="768096" y="512064"/>
            <a:ext cx="10698480" cy="640080"/>
          </a:xfrm>
          <a:prstGeom prst="rect">
            <a:avLst/>
          </a:prstGeom>
          <a:noFill/>
        </p:spPr>
        <p:txBody>
          <a:bodyPr wrap="square" lIns="0" rIns="0" tIns="0" bIns="0" anchor="t">
            <a:spAutoFit/>
          </a:bodyPr>
          <a:lstStyle/>
          <a:p>
            <a:pPr algn="l">
              <a:lnSpc>
                <a:spcPct val="110000"/>
              </a:lnSpc>
              <a:spcAft>
                <a:spcPts val="400"/>
              </a:spcAft>
            </a:pPr>
            <a:r>
              <a:rPr sz="2900" b="1" spc="0">
                <a:solidFill>
                  <a:srgbClr val="162C40"/>
                </a:solidFill>
                <a:latin typeface="Didact Gothic"/>
              </a:rPr>
              <a:t>T7.3 – Indoor configuration completed</a:t>
            </a:r>
          </a:p>
        </p:txBody>
      </p:sp>
      <p:sp>
        <p:nvSpPr>
          <p:cNvPr id="3" name="TextBox 2"/>
          <p:cNvSpPr txBox="1"/>
          <p:nvPr/>
        </p:nvSpPr>
        <p:spPr>
          <a:xfrm>
            <a:off x="768096" y="1179576"/>
            <a:ext cx="10698480" cy="457200"/>
          </a:xfrm>
          <a:prstGeom prst="rect">
            <a:avLst/>
          </a:prstGeom>
          <a:noFill/>
        </p:spPr>
        <p:txBody>
          <a:bodyPr wrap="square" lIns="0" rIns="0" tIns="0" bIns="0" anchor="t">
            <a:spAutoFit/>
          </a:bodyPr>
          <a:lstStyle/>
          <a:p>
            <a:pPr algn="l">
              <a:lnSpc>
                <a:spcPct val="110000"/>
              </a:lnSpc>
              <a:spcAft>
                <a:spcPts val="400"/>
              </a:spcAft>
            </a:pPr>
            <a:r>
              <a:rPr sz="1500" b="0" spc="0">
                <a:solidFill>
                  <a:srgbClr val="5A8C3E"/>
                </a:solidFill>
                <a:latin typeface="Didact Gothic"/>
              </a:rPr>
              <a:t>A compact mining configuration built on the modular XTRACT UAV architecture</a:t>
            </a:r>
          </a:p>
        </p:txBody>
      </p:sp>
      <p:pic>
        <p:nvPicPr>
          <p:cNvPr id="4" name="Picture 3" descr="XTRACT_WP5_T5.1_02.09.2026_s4_9.png"/>
          <p:cNvPicPr>
            <a:picLocks noChangeAspect="1"/>
          </p:cNvPicPr>
          <p:nvPr/>
        </p:nvPicPr>
        <p:blipFill>
          <a:blip r:embed="rId1"/>
          <a:stretch>
            <a:fillRect/>
          </a:stretch>
        </p:blipFill>
        <p:spPr>
          <a:xfrm>
            <a:off x="1046207" y="1746504"/>
            <a:ext cx="3503712" cy="3529584"/>
          </a:xfrm>
          <a:prstGeom prst="rect">
            <a:avLst/>
          </a:prstGeom>
        </p:spPr>
      </p:pic>
      <p:sp>
        <p:nvSpPr>
          <p:cNvPr id="5" name="TextBox 4"/>
          <p:cNvSpPr txBox="1"/>
          <p:nvPr/>
        </p:nvSpPr>
        <p:spPr>
          <a:xfrm>
            <a:off x="868680" y="5321808"/>
            <a:ext cx="3858768" cy="329184"/>
          </a:xfrm>
          <a:prstGeom prst="rect">
            <a:avLst/>
          </a:prstGeom>
          <a:noFill/>
        </p:spPr>
        <p:txBody>
          <a:bodyPr wrap="square" lIns="0" rIns="0" tIns="0" bIns="0" anchor="t">
            <a:spAutoFit/>
          </a:bodyPr>
          <a:lstStyle/>
          <a:p>
            <a:pPr algn="ctr">
              <a:lnSpc>
                <a:spcPct val="110000"/>
              </a:lnSpc>
              <a:spcAft>
                <a:spcPts val="400"/>
              </a:spcAft>
            </a:pPr>
            <a:r>
              <a:rPr sz="1300" b="0" spc="0">
                <a:solidFill>
                  <a:srgbClr val="52616C"/>
                </a:solidFill>
                <a:latin typeface="Didact Gothic"/>
              </a:rPr>
              <a:t>Indoor configuration • design view</a:t>
            </a:r>
          </a:p>
        </p:txBody>
      </p:sp>
      <p:pic>
        <p:nvPicPr>
          <p:cNvPr id="6" name="Picture 5" descr="XTRACT_6_GA_WP7_ACCELIGENCE v2_s2_6.jpg"/>
          <p:cNvPicPr>
            <a:picLocks noChangeAspect="1"/>
          </p:cNvPicPr>
          <p:nvPr/>
        </p:nvPicPr>
        <p:blipFill>
          <a:blip r:embed="rId3"/>
          <a:stretch>
            <a:fillRect/>
          </a:stretch>
        </p:blipFill>
        <p:spPr>
          <a:xfrm>
            <a:off x="5171227" y="1837943"/>
            <a:ext cx="2587160" cy="1938528"/>
          </a:xfrm>
          <a:prstGeom prst="rect">
            <a:avLst/>
          </a:prstGeom>
        </p:spPr>
      </p:pic>
      <p:sp>
        <p:nvSpPr>
          <p:cNvPr id="7" name="TextBox 6"/>
          <p:cNvSpPr txBox="1"/>
          <p:nvPr/>
        </p:nvSpPr>
        <p:spPr>
          <a:xfrm>
            <a:off x="5093208" y="3877056"/>
            <a:ext cx="2743200" cy="493776"/>
          </a:xfrm>
          <a:prstGeom prst="rect">
            <a:avLst/>
          </a:prstGeom>
          <a:noFill/>
        </p:spPr>
        <p:txBody>
          <a:bodyPr wrap="square" lIns="0" rIns="0" tIns="0" bIns="0" anchor="t">
            <a:spAutoFit/>
          </a:bodyPr>
          <a:lstStyle/>
          <a:p>
            <a:pPr algn="ctr">
              <a:lnSpc>
                <a:spcPct val="110000"/>
              </a:lnSpc>
              <a:spcAft>
                <a:spcPts val="400"/>
              </a:spcAft>
            </a:pPr>
            <a:r>
              <a:rPr sz="1300" b="0" spc="0">
                <a:solidFill>
                  <a:srgbClr val="52616C"/>
                </a:solidFill>
                <a:latin typeface="Didact Gothic"/>
              </a:rPr>
              <a:t>LiDAR/RGB/Jetson payload kit</a:t>
            </a:r>
          </a:p>
          <a:p>
            <a:pPr algn="ctr">
              <a:lnSpc>
                <a:spcPct val="110000"/>
              </a:lnSpc>
              <a:spcAft>
                <a:spcPts val="400"/>
              </a:spcAft>
            </a:pPr>
            <a:r>
              <a:rPr sz="1300" b="0" spc="0">
                <a:solidFill>
                  <a:srgbClr val="52616C"/>
                </a:solidFill>
                <a:latin typeface="Didact Gothic"/>
              </a:rPr>
              <a:t>Prepared with USAL</a:t>
            </a:r>
          </a:p>
        </p:txBody>
      </p:sp>
      <p:sp>
        <p:nvSpPr>
          <p:cNvPr id="8" name="Rectangle 7"/>
          <p:cNvSpPr/>
          <p:nvPr/>
        </p:nvSpPr>
        <p:spPr>
          <a:xfrm>
            <a:off x="8211312" y="1819656"/>
            <a:ext cx="59436" cy="914400"/>
          </a:xfrm>
          <a:prstGeom prst="rect">
            <a:avLst/>
          </a:prstGeom>
          <a:solidFill>
            <a:srgbClr val="5A8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0" y="1801368"/>
            <a:ext cx="2990088" cy="347472"/>
          </a:xfrm>
          <a:prstGeom prst="rect">
            <a:avLst/>
          </a:prstGeom>
          <a:noFill/>
        </p:spPr>
        <p:txBody>
          <a:bodyPr wrap="square" lIns="0" rIns="0" tIns="0" bIns="0" anchor="t">
            <a:spAutoFit/>
          </a:bodyPr>
          <a:lstStyle/>
          <a:p>
            <a:pPr algn="l">
              <a:lnSpc>
                <a:spcPct val="110000"/>
              </a:lnSpc>
              <a:spcAft>
                <a:spcPts val="400"/>
              </a:spcAft>
            </a:pPr>
            <a:r>
              <a:rPr sz="1900" b="1" spc="0">
                <a:solidFill>
                  <a:srgbClr val="162C40"/>
                </a:solidFill>
                <a:latin typeface="Didact Gothic"/>
              </a:rPr>
              <a:t>Compact &amp; protected</a:t>
            </a:r>
          </a:p>
        </p:txBody>
      </p:sp>
      <p:sp>
        <p:nvSpPr>
          <p:cNvPr id="10" name="TextBox 9"/>
          <p:cNvSpPr txBox="1"/>
          <p:nvPr/>
        </p:nvSpPr>
        <p:spPr>
          <a:xfrm>
            <a:off x="8412480" y="2194560"/>
            <a:ext cx="2990088" cy="694944"/>
          </a:xfrm>
          <a:prstGeom prst="rect">
            <a:avLst/>
          </a:prstGeom>
          <a:noFill/>
        </p:spPr>
        <p:txBody>
          <a:bodyPr wrap="square" lIns="0" rIns="0" tIns="0" bIns="0" anchor="t">
            <a:spAutoFit/>
          </a:bodyPr>
          <a:lstStyle/>
          <a:p>
            <a:pPr algn="l">
              <a:lnSpc>
                <a:spcPct val="110000"/>
              </a:lnSpc>
              <a:spcAft>
                <a:spcPts val="400"/>
              </a:spcAft>
            </a:pPr>
            <a:r>
              <a:rPr sz="1600" b="0" spc="0">
                <a:solidFill>
                  <a:srgbClr val="162C40"/>
                </a:solidFill>
                <a:latin typeface="Didact Gothic"/>
              </a:rPr>
              <a:t>Reduced footprint and propeller guards for confined operations.</a:t>
            </a:r>
          </a:p>
        </p:txBody>
      </p:sp>
      <p:sp>
        <p:nvSpPr>
          <p:cNvPr id="11" name="Rectangle 10"/>
          <p:cNvSpPr/>
          <p:nvPr/>
        </p:nvSpPr>
        <p:spPr>
          <a:xfrm>
            <a:off x="8211312" y="3072384"/>
            <a:ext cx="59436" cy="914400"/>
          </a:xfrm>
          <a:prstGeom prst="rect">
            <a:avLst/>
          </a:prstGeom>
          <a:solidFill>
            <a:srgbClr val="5A8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3054096"/>
            <a:ext cx="2990088" cy="347472"/>
          </a:xfrm>
          <a:prstGeom prst="rect">
            <a:avLst/>
          </a:prstGeom>
          <a:noFill/>
        </p:spPr>
        <p:txBody>
          <a:bodyPr wrap="square" lIns="0" rIns="0" tIns="0" bIns="0" anchor="t">
            <a:spAutoFit/>
          </a:bodyPr>
          <a:lstStyle/>
          <a:p>
            <a:pPr algn="l">
              <a:lnSpc>
                <a:spcPct val="110000"/>
              </a:lnSpc>
              <a:spcAft>
                <a:spcPts val="400"/>
              </a:spcAft>
            </a:pPr>
            <a:r>
              <a:rPr sz="1900" b="1" spc="0">
                <a:solidFill>
                  <a:srgbClr val="162C40"/>
                </a:solidFill>
                <a:latin typeface="Didact Gothic"/>
              </a:rPr>
              <a:t>Modular architecture</a:t>
            </a:r>
          </a:p>
        </p:txBody>
      </p:sp>
      <p:sp>
        <p:nvSpPr>
          <p:cNvPr id="13" name="TextBox 12"/>
          <p:cNvSpPr txBox="1"/>
          <p:nvPr/>
        </p:nvSpPr>
        <p:spPr>
          <a:xfrm>
            <a:off x="8412480" y="3447288"/>
            <a:ext cx="2990088" cy="694944"/>
          </a:xfrm>
          <a:prstGeom prst="rect">
            <a:avLst/>
          </a:prstGeom>
          <a:noFill/>
        </p:spPr>
        <p:txBody>
          <a:bodyPr wrap="square" lIns="0" rIns="0" tIns="0" bIns="0" anchor="t">
            <a:spAutoFit/>
          </a:bodyPr>
          <a:lstStyle/>
          <a:p>
            <a:pPr algn="l">
              <a:lnSpc>
                <a:spcPct val="110000"/>
              </a:lnSpc>
              <a:spcAft>
                <a:spcPts val="400"/>
              </a:spcAft>
            </a:pPr>
            <a:r>
              <a:rPr sz="1600" b="0" spc="0">
                <a:solidFill>
                  <a:srgbClr val="162C40"/>
                </a:solidFill>
                <a:latin typeface="Didact Gothic"/>
              </a:rPr>
              <a:t>Shared platform with configurable arms and payload interfaces.</a:t>
            </a:r>
          </a:p>
        </p:txBody>
      </p:sp>
      <p:sp>
        <p:nvSpPr>
          <p:cNvPr id="14" name="Rectangle 13"/>
          <p:cNvSpPr/>
          <p:nvPr/>
        </p:nvSpPr>
        <p:spPr>
          <a:xfrm>
            <a:off x="8211312" y="4325112"/>
            <a:ext cx="59436" cy="914400"/>
          </a:xfrm>
          <a:prstGeom prst="rect">
            <a:avLst/>
          </a:prstGeom>
          <a:solidFill>
            <a:srgbClr val="5A8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0" y="4306824"/>
            <a:ext cx="2990088" cy="347472"/>
          </a:xfrm>
          <a:prstGeom prst="rect">
            <a:avLst/>
          </a:prstGeom>
          <a:noFill/>
        </p:spPr>
        <p:txBody>
          <a:bodyPr wrap="square" lIns="0" rIns="0" tIns="0" bIns="0" anchor="t">
            <a:spAutoFit/>
          </a:bodyPr>
          <a:lstStyle/>
          <a:p>
            <a:pPr algn="l">
              <a:lnSpc>
                <a:spcPct val="110000"/>
              </a:lnSpc>
              <a:spcAft>
                <a:spcPts val="400"/>
              </a:spcAft>
            </a:pPr>
            <a:r>
              <a:rPr sz="1900" b="1" spc="0">
                <a:solidFill>
                  <a:srgbClr val="162C40"/>
                </a:solidFill>
                <a:latin typeface="Didact Gothic"/>
              </a:rPr>
              <a:t>Integrated payload</a:t>
            </a:r>
          </a:p>
        </p:txBody>
      </p:sp>
      <p:sp>
        <p:nvSpPr>
          <p:cNvPr id="16" name="TextBox 15"/>
          <p:cNvSpPr txBox="1"/>
          <p:nvPr/>
        </p:nvSpPr>
        <p:spPr>
          <a:xfrm>
            <a:off x="8412480" y="4700016"/>
            <a:ext cx="2990088" cy="694944"/>
          </a:xfrm>
          <a:prstGeom prst="rect">
            <a:avLst/>
          </a:prstGeom>
          <a:noFill/>
        </p:spPr>
        <p:txBody>
          <a:bodyPr wrap="square" lIns="0" rIns="0" tIns="0" bIns="0" anchor="t">
            <a:spAutoFit/>
          </a:bodyPr>
          <a:lstStyle/>
          <a:p>
            <a:pPr algn="l">
              <a:lnSpc>
                <a:spcPct val="110000"/>
              </a:lnSpc>
              <a:spcAft>
                <a:spcPts val="400"/>
              </a:spcAft>
            </a:pPr>
            <a:r>
              <a:rPr sz="1600" b="0" spc="0">
                <a:solidFill>
                  <a:srgbClr val="162C40"/>
                </a:solidFill>
                <a:latin typeface="Didact Gothic"/>
              </a:rPr>
              <a:t>LiDAR, RGB and onboard computing; demonstrated at Björkdal.</a:t>
            </a:r>
          </a:p>
        </p:txBody>
      </p:sp>
      <p:sp>
        <p:nvSpPr>
          <p:cNvPr id="17" name="TextBox 16"/>
          <p:cNvSpPr txBox="1"/>
          <p:nvPr/>
        </p:nvSpPr>
        <p:spPr>
          <a:xfrm>
            <a:off x="5093208" y="4709160"/>
            <a:ext cx="2743200" cy="685800"/>
          </a:xfrm>
          <a:prstGeom prst="rect">
            <a:avLst/>
          </a:prstGeom>
          <a:noFill/>
        </p:spPr>
        <p:txBody>
          <a:bodyPr wrap="square" lIns="0" rIns="0" tIns="0" bIns="0" anchor="t">
            <a:spAutoFit/>
          </a:bodyPr>
          <a:lstStyle/>
          <a:p>
            <a:pPr algn="ctr">
              <a:lnSpc>
                <a:spcPct val="110000"/>
              </a:lnSpc>
              <a:spcAft>
                <a:spcPts val="400"/>
              </a:spcAft>
            </a:pPr>
            <a:r>
              <a:rPr sz="1700" b="1" spc="0">
                <a:solidFill>
                  <a:srgbClr val="5A8C3E"/>
                </a:solidFill>
                <a:latin typeface="Didact Gothic"/>
              </a:rPr>
              <a:t>Designed • assembled</a:t>
            </a:r>
          </a:p>
          <a:p>
            <a:pPr algn="ctr">
              <a:lnSpc>
                <a:spcPct val="110000"/>
              </a:lnSpc>
              <a:spcAft>
                <a:spcPts val="400"/>
              </a:spcAft>
            </a:pPr>
            <a:r>
              <a:rPr sz="1700" b="1" spc="0">
                <a:solidFill>
                  <a:srgbClr val="5A8C3E"/>
                </a:solidFill>
                <a:latin typeface="Didact Gothic"/>
              </a:rPr>
              <a:t>Tested • demonstrated</a:t>
            </a:r>
          </a:p>
        </p:txBody>
      </p:sp>
      <p:sp>
        <p:nvSpPr>
          <p:cNvPr id="18" name="Rounded Rectangle 17"/>
          <p:cNvSpPr/>
          <p:nvPr/>
        </p:nvSpPr>
        <p:spPr>
          <a:xfrm>
            <a:off x="768096" y="5596128"/>
            <a:ext cx="10652760" cy="438912"/>
          </a:xfrm>
          <a:prstGeom prst="roundRect">
            <a:avLst>
              <a:gd name="adj" fmla="val 6000"/>
            </a:avLst>
          </a:prstGeom>
          <a:solidFill>
            <a:srgbClr val="5A8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0976" y="5669280"/>
            <a:ext cx="10287000" cy="310896"/>
          </a:xfrm>
          <a:prstGeom prst="rect">
            <a:avLst/>
          </a:prstGeom>
          <a:noFill/>
        </p:spPr>
        <p:txBody>
          <a:bodyPr wrap="square" lIns="0" rIns="0" tIns="0" bIns="0" anchor="t">
            <a:spAutoFit/>
          </a:bodyPr>
          <a:lstStyle/>
          <a:p>
            <a:pPr algn="l">
              <a:lnSpc>
                <a:spcPct val="110000"/>
              </a:lnSpc>
              <a:spcAft>
                <a:spcPts val="400"/>
              </a:spcAft>
            </a:pPr>
            <a:r>
              <a:rPr sz="1800" b="0" spc="0">
                <a:solidFill>
                  <a:srgbClr val="FFFFFF"/>
                </a:solidFill>
                <a:latin typeface="Didact Gothic"/>
              </a:rPr>
              <a:t>Completed platform work: design, manufacturing, assembly and indoor payload integration.</a:t>
            </a:r>
          </a:p>
        </p:txBody>
      </p:sp>
      <p:sp>
        <p:nvSpPr>
          <p:cNvPr id="20" name="TextBox 19"/>
          <p:cNvSpPr txBox="1"/>
          <p:nvPr/>
        </p:nvSpPr>
        <p:spPr>
          <a:xfrm>
            <a:off x="3931920" y="6428232"/>
            <a:ext cx="4480560" cy="201168"/>
          </a:xfrm>
          <a:prstGeom prst="rect">
            <a:avLst/>
          </a:prstGeom>
          <a:noFill/>
        </p:spPr>
        <p:txBody>
          <a:bodyPr wrap="square" lIns="0" rIns="0" tIns="0" bIns="0" anchor="t">
            <a:spAutoFit/>
          </a:bodyPr>
          <a:lstStyle/>
          <a:p>
            <a:pPr algn="l">
              <a:lnSpc>
                <a:spcPct val="110000"/>
              </a:lnSpc>
              <a:spcAft>
                <a:spcPts val="400"/>
              </a:spcAft>
            </a:pPr>
            <a:r>
              <a:rPr sz="900" b="0" spc="0">
                <a:solidFill>
                  <a:srgbClr val="3F3219"/>
                </a:solidFill>
                <a:latin typeface="Didact Gothic"/>
              </a:rPr>
              <a:t>XTRACT 7th GA | Online | 14 October 2026</a:t>
            </a:r>
          </a:p>
        </p:txBody>
      </p:sp>
      <p:sp>
        <p:nvSpPr>
          <p:cNvPr id="21" name="TextBox 20"/>
          <p:cNvSpPr txBox="1"/>
          <p:nvPr/>
        </p:nvSpPr>
        <p:spPr>
          <a:xfrm>
            <a:off x="10972800" y="6419088"/>
            <a:ext cx="457200" cy="228600"/>
          </a:xfrm>
          <a:prstGeom prst="rect">
            <a:avLst/>
          </a:prstGeom>
          <a:noFill/>
        </p:spPr>
        <p:txBody>
          <a:bodyPr wrap="square" lIns="0" rIns="0" tIns="0" bIns="0" anchor="t">
            <a:spAutoFit/>
          </a:bodyPr>
          <a:lstStyle/>
          <a:p>
            <a:pPr algn="r">
              <a:lnSpc>
                <a:spcPct val="110000"/>
              </a:lnSpc>
              <a:spcAft>
                <a:spcPts val="400"/>
              </a:spcAft>
            </a:pPr>
            <a:r>
              <a:rPr sz="1000" b="0" spc="0">
                <a:solidFill>
                  <a:srgbClr val="162C40"/>
                </a:solidFill>
                <a:latin typeface="Didact Gothic"/>
              </a:rPr>
              <a:t>3</a:t>
            </a:r>
          </a:p>
        </p:txBody>
      </p:sp>
    </p:spTree>
  </p:cSld>
  <mc:AlternateContent>
    <mc:Choice Requires="p14">
      <p:transition spd="slow" p14:dur="2000"/>
    </mc:Choice>
    <mc:Fallback>
      <p:transition spd="slow"/>
    </mc:Fallback>
  </mc:AlternateContent>
  <p:extLst>
    <p:ext uri="urn:com:collaboraoffice:names:experimental:ooxml:xmlns:coext:1.0">
      <coext:pageGuid xmlns:coext="urn:com:collaboraoffice:names:experimental:ooxml:xmlns:coext:1.0" val="{41CB75EB-17AE-40F7-A0F5-3A2E7133B8B4}"/>
    </p:ext>
  </p:extLs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1">
  <p:cSld>
    <p:spTree>
      <p:nvGrpSpPr>
        <p:cNvPr id="1" name=""/>
        <p:cNvGrpSpPr/>
        <p:nvPr/>
      </p:nvGrpSpPr>
      <p:grpSpPr>
        <a:xfrm>
          <a:off x="0" y="0"/>
          <a:ext cx="0" cy="0"/>
          <a:chOff x="0" y="0"/>
          <a:chExt cx="0" cy="0"/>
        </a:xfrm>
      </p:grpSpPr>
      <p:sp>
        <p:nvSpPr>
          <p:cNvPr id="2" name="TextBox 1"/>
          <p:cNvSpPr txBox="1"/>
          <p:nvPr/>
        </p:nvSpPr>
        <p:spPr>
          <a:xfrm>
            <a:off x="768096" y="512064"/>
            <a:ext cx="10698480" cy="640080"/>
          </a:xfrm>
          <a:prstGeom prst="rect">
            <a:avLst/>
          </a:prstGeom>
          <a:noFill/>
        </p:spPr>
        <p:txBody>
          <a:bodyPr wrap="square" lIns="0" rIns="0" tIns="0" bIns="0" anchor="t">
            <a:spAutoFit/>
          </a:bodyPr>
          <a:lstStyle/>
          <a:p>
            <a:pPr algn="l">
              <a:lnSpc>
                <a:spcPct val="110000"/>
              </a:lnSpc>
              <a:spcAft>
                <a:spcPts val="400"/>
              </a:spcAft>
            </a:pPr>
            <a:r>
              <a:rPr sz="2900" b="1" spc="0">
                <a:solidFill>
                  <a:srgbClr val="162C40"/>
                </a:solidFill>
                <a:latin typeface="Didact Gothic"/>
              </a:rPr>
              <a:t>T7.3 – Indoor testing at Lavrion</a:t>
            </a:r>
          </a:p>
        </p:txBody>
      </p:sp>
      <p:sp>
        <p:nvSpPr>
          <p:cNvPr id="3" name="TextBox 2"/>
          <p:cNvSpPr txBox="1"/>
          <p:nvPr/>
        </p:nvSpPr>
        <p:spPr>
          <a:xfrm>
            <a:off x="768096" y="1179576"/>
            <a:ext cx="10698480" cy="457200"/>
          </a:xfrm>
          <a:prstGeom prst="rect">
            <a:avLst/>
          </a:prstGeom>
          <a:noFill/>
        </p:spPr>
        <p:txBody>
          <a:bodyPr wrap="square" lIns="0" rIns="0" tIns="0" bIns="0" anchor="t">
            <a:spAutoFit/>
          </a:bodyPr>
          <a:lstStyle/>
          <a:p>
            <a:pPr algn="l">
              <a:lnSpc>
                <a:spcPct val="110000"/>
              </a:lnSpc>
              <a:spcAft>
                <a:spcPts val="400"/>
              </a:spcAft>
            </a:pPr>
            <a:r>
              <a:rPr sz="1500" b="0" spc="0">
                <a:solidFill>
                  <a:srgbClr val="5A8C3E"/>
                </a:solidFill>
                <a:latin typeface="Didact Gothic"/>
              </a:rPr>
              <a:t>Flights with and without payload, performed in collaboration with USAL</a:t>
            </a:r>
          </a:p>
        </p:txBody>
      </p:sp>
      <p:pic>
        <p:nvPicPr>
          <p:cNvPr id="4" name="Picture 3" descr="XTRACT_WP5_T5.1_02.09.2026_s6_2.jpg"/>
          <p:cNvPicPr>
            <a:picLocks noChangeAspect="1"/>
          </p:cNvPicPr>
          <p:nvPr/>
        </p:nvPicPr>
        <p:blipFill>
          <a:blip r:embed="rId1"/>
          <a:stretch>
            <a:fillRect/>
          </a:stretch>
        </p:blipFill>
        <p:spPr>
          <a:xfrm rot="5400000">
            <a:off x="448055" y="2221991"/>
            <a:ext cx="3657600" cy="2743200"/>
          </a:xfrm>
          <a:prstGeom prst="rect">
            <a:avLst/>
          </a:prstGeom>
        </p:spPr>
      </p:pic>
      <p:pic>
        <p:nvPicPr>
          <p:cNvPr id="5" name="Picture 4" descr="XTRACT_WP5_T5.1_02.09.2026_s6_3.jpg"/>
          <p:cNvPicPr>
            <a:picLocks noChangeAspect="1"/>
          </p:cNvPicPr>
          <p:nvPr/>
        </p:nvPicPr>
        <p:blipFill>
          <a:blip r:embed="rId3"/>
          <a:stretch>
            <a:fillRect/>
          </a:stretch>
        </p:blipFill>
        <p:spPr>
          <a:xfrm>
            <a:off x="4050791" y="1984766"/>
            <a:ext cx="3337560" cy="1544298"/>
          </a:xfrm>
          <a:prstGeom prst="rect">
            <a:avLst/>
          </a:prstGeom>
        </p:spPr>
      </p:pic>
      <p:pic>
        <p:nvPicPr>
          <p:cNvPr id="6" name="Picture 5" descr="XTRACT_WP5_T5.1_02.09.2026_s6_5.png"/>
          <p:cNvPicPr>
            <a:picLocks noChangeAspect="1"/>
          </p:cNvPicPr>
          <p:nvPr/>
        </p:nvPicPr>
        <p:blipFill>
          <a:blip r:embed="rId4"/>
          <a:stretch>
            <a:fillRect/>
          </a:stretch>
        </p:blipFill>
        <p:spPr>
          <a:xfrm>
            <a:off x="7662672" y="1808865"/>
            <a:ext cx="3712463" cy="3075677"/>
          </a:xfrm>
          <a:prstGeom prst="rect">
            <a:avLst/>
          </a:prstGeom>
        </p:spPr>
      </p:pic>
      <p:sp>
        <p:nvSpPr>
          <p:cNvPr id="7" name="TextBox 6"/>
          <p:cNvSpPr txBox="1"/>
          <p:nvPr/>
        </p:nvSpPr>
        <p:spPr>
          <a:xfrm>
            <a:off x="4050791" y="4005072"/>
            <a:ext cx="3337560" cy="384048"/>
          </a:xfrm>
          <a:prstGeom prst="rect">
            <a:avLst/>
          </a:prstGeom>
          <a:noFill/>
        </p:spPr>
        <p:txBody>
          <a:bodyPr wrap="square" lIns="0" rIns="0" tIns="0" bIns="0" anchor="t">
            <a:spAutoFit/>
          </a:bodyPr>
          <a:lstStyle/>
          <a:p>
            <a:pPr algn="l">
              <a:lnSpc>
                <a:spcPct val="110000"/>
              </a:lnSpc>
              <a:spcAft>
                <a:spcPts val="400"/>
              </a:spcAft>
            </a:pPr>
            <a:r>
              <a:rPr sz="2000" b="1" spc="0">
                <a:solidFill>
                  <a:srgbClr val="162C40"/>
                </a:solidFill>
                <a:latin typeface="Didact Gothic"/>
              </a:rPr>
              <a:t>Platform + payload checks</a:t>
            </a:r>
          </a:p>
        </p:txBody>
      </p:sp>
      <p:sp>
        <p:nvSpPr>
          <p:cNvPr id="8" name="TextBox 7"/>
          <p:cNvSpPr txBox="1"/>
          <p:nvPr/>
        </p:nvSpPr>
        <p:spPr>
          <a:xfrm>
            <a:off x="4050791" y="4498848"/>
            <a:ext cx="3337560" cy="841248"/>
          </a:xfrm>
          <a:prstGeom prst="rect">
            <a:avLst/>
          </a:prstGeom>
          <a:noFill/>
        </p:spPr>
        <p:txBody>
          <a:bodyPr wrap="square" lIns="0" rIns="0" tIns="0" bIns="0" anchor="t">
            <a:spAutoFit/>
          </a:bodyPr>
          <a:lstStyle/>
          <a:p>
            <a:pPr algn="l">
              <a:lnSpc>
                <a:spcPct val="110000"/>
              </a:lnSpc>
              <a:spcAft>
                <a:spcPts val="400"/>
              </a:spcAft>
            </a:pPr>
            <a:r>
              <a:rPr sz="1800" b="0" spc="0">
                <a:solidFill>
                  <a:srgbClr val="162C40"/>
                </a:solidFill>
                <a:latin typeface="Didact Gothic"/>
              </a:rPr>
              <a:t>A staged test campaign before mine deployment.</a:t>
            </a:r>
          </a:p>
        </p:txBody>
      </p:sp>
      <p:sp>
        <p:nvSpPr>
          <p:cNvPr id="9" name="TextBox 8"/>
          <p:cNvSpPr txBox="1"/>
          <p:nvPr/>
        </p:nvSpPr>
        <p:spPr>
          <a:xfrm>
            <a:off x="768096" y="5367528"/>
            <a:ext cx="3017520" cy="320040"/>
          </a:xfrm>
          <a:prstGeom prst="rect">
            <a:avLst/>
          </a:prstGeom>
          <a:noFill/>
        </p:spPr>
        <p:txBody>
          <a:bodyPr wrap="square" lIns="0" rIns="0" tIns="0" bIns="0" anchor="t">
            <a:spAutoFit/>
          </a:bodyPr>
          <a:lstStyle/>
          <a:p>
            <a:pPr algn="ctr">
              <a:lnSpc>
                <a:spcPct val="110000"/>
              </a:lnSpc>
              <a:spcAft>
                <a:spcPts val="400"/>
              </a:spcAft>
            </a:pPr>
            <a:r>
              <a:rPr sz="1200" b="0" spc="0">
                <a:solidFill>
                  <a:srgbClr val="52616C"/>
                </a:solidFill>
                <a:latin typeface="Didact Gothic"/>
              </a:rPr>
              <a:t>Lavrion underground test environment</a:t>
            </a:r>
          </a:p>
        </p:txBody>
      </p:sp>
      <p:sp>
        <p:nvSpPr>
          <p:cNvPr id="10" name="TextBox 9"/>
          <p:cNvSpPr txBox="1"/>
          <p:nvPr/>
        </p:nvSpPr>
        <p:spPr>
          <a:xfrm>
            <a:off x="7662672" y="5120640"/>
            <a:ext cx="3712463" cy="329184"/>
          </a:xfrm>
          <a:prstGeom prst="rect">
            <a:avLst/>
          </a:prstGeom>
          <a:noFill/>
        </p:spPr>
        <p:txBody>
          <a:bodyPr wrap="square" lIns="0" rIns="0" tIns="0" bIns="0" anchor="t">
            <a:spAutoFit/>
          </a:bodyPr>
          <a:lstStyle/>
          <a:p>
            <a:pPr algn="ctr">
              <a:lnSpc>
                <a:spcPct val="110000"/>
              </a:lnSpc>
              <a:spcAft>
                <a:spcPts val="400"/>
              </a:spcAft>
            </a:pPr>
            <a:r>
              <a:rPr sz="1300" b="0" spc="0">
                <a:solidFill>
                  <a:srgbClr val="52616C"/>
                </a:solidFill>
                <a:latin typeface="Didact Gothic"/>
              </a:rPr>
              <a:t>Indoor UAV in flight</a:t>
            </a:r>
          </a:p>
        </p:txBody>
      </p:sp>
      <p:sp>
        <p:nvSpPr>
          <p:cNvPr id="11" name="Rounded Rectangle 10"/>
          <p:cNvSpPr/>
          <p:nvPr/>
        </p:nvSpPr>
        <p:spPr>
          <a:xfrm>
            <a:off x="768096" y="5641848"/>
            <a:ext cx="10652760" cy="438912"/>
          </a:xfrm>
          <a:prstGeom prst="roundRect">
            <a:avLst>
              <a:gd name="adj" fmla="val 6000"/>
            </a:avLst>
          </a:prstGeom>
          <a:solidFill>
            <a:srgbClr val="5A8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5715000"/>
            <a:ext cx="10287000" cy="310896"/>
          </a:xfrm>
          <a:prstGeom prst="rect">
            <a:avLst/>
          </a:prstGeom>
          <a:noFill/>
        </p:spPr>
        <p:txBody>
          <a:bodyPr wrap="square" lIns="0" rIns="0" tIns="0" bIns="0" anchor="t">
            <a:spAutoFit/>
          </a:bodyPr>
          <a:lstStyle/>
          <a:p>
            <a:pPr algn="l">
              <a:lnSpc>
                <a:spcPct val="110000"/>
              </a:lnSpc>
              <a:spcAft>
                <a:spcPts val="400"/>
              </a:spcAft>
            </a:pPr>
            <a:r>
              <a:rPr sz="1800" b="0" spc="0">
                <a:solidFill>
                  <a:srgbClr val="FFFFFF"/>
                </a:solidFill>
                <a:latin typeface="Didact Gothic"/>
              </a:rPr>
              <a:t>Progress achieved: the indoor platform moved from preparation to completed flight tests.</a:t>
            </a:r>
          </a:p>
        </p:txBody>
      </p:sp>
      <p:sp>
        <p:nvSpPr>
          <p:cNvPr id="13" name="TextBox 12"/>
          <p:cNvSpPr txBox="1"/>
          <p:nvPr/>
        </p:nvSpPr>
        <p:spPr>
          <a:xfrm>
            <a:off x="3931920" y="6428232"/>
            <a:ext cx="4480560" cy="201168"/>
          </a:xfrm>
          <a:prstGeom prst="rect">
            <a:avLst/>
          </a:prstGeom>
          <a:noFill/>
        </p:spPr>
        <p:txBody>
          <a:bodyPr wrap="square" lIns="0" rIns="0" tIns="0" bIns="0" anchor="t">
            <a:spAutoFit/>
          </a:bodyPr>
          <a:lstStyle/>
          <a:p>
            <a:pPr algn="l">
              <a:lnSpc>
                <a:spcPct val="110000"/>
              </a:lnSpc>
              <a:spcAft>
                <a:spcPts val="400"/>
              </a:spcAft>
            </a:pPr>
            <a:r>
              <a:rPr sz="900" b="0" spc="0">
                <a:solidFill>
                  <a:srgbClr val="3F3219"/>
                </a:solidFill>
                <a:latin typeface="Didact Gothic"/>
              </a:rPr>
              <a:t>XTRACT 7th GA | Online | 14 October 2026</a:t>
            </a:r>
          </a:p>
        </p:txBody>
      </p:sp>
      <p:sp>
        <p:nvSpPr>
          <p:cNvPr id="14" name="TextBox 13"/>
          <p:cNvSpPr txBox="1"/>
          <p:nvPr/>
        </p:nvSpPr>
        <p:spPr>
          <a:xfrm>
            <a:off x="10972800" y="6419088"/>
            <a:ext cx="457200" cy="228600"/>
          </a:xfrm>
          <a:prstGeom prst="rect">
            <a:avLst/>
          </a:prstGeom>
          <a:noFill/>
        </p:spPr>
        <p:txBody>
          <a:bodyPr wrap="square" lIns="0" rIns="0" tIns="0" bIns="0" anchor="t">
            <a:spAutoFit/>
          </a:bodyPr>
          <a:lstStyle/>
          <a:p>
            <a:pPr algn="r">
              <a:lnSpc>
                <a:spcPct val="110000"/>
              </a:lnSpc>
              <a:spcAft>
                <a:spcPts val="400"/>
              </a:spcAft>
            </a:pPr>
            <a:r>
              <a:rPr sz="1000" b="0" spc="0">
                <a:solidFill>
                  <a:srgbClr val="162C40"/>
                </a:solidFill>
                <a:latin typeface="Didact Gothic"/>
              </a:rPr>
              <a:t>4</a:t>
            </a:r>
          </a:p>
        </p:txBody>
      </p:sp>
    </p:spTree>
  </p:cSld>
  <mc:AlternateContent>
    <mc:Choice Requires="p14">
      <p:transition spd="slow" p14:dur="2000"/>
    </mc:Choice>
    <mc:Fallback>
      <p:transition spd="slow"/>
    </mc:Fallback>
  </mc:AlternateContent>
  <p:extLst>
    <p:ext uri="urn:com:collaboraoffice:names:experimental:ooxml:xmlns:coext:1.0">
      <coext:pageGuid xmlns:coext="urn:com:collaboraoffice:names:experimental:ooxml:xmlns:coext:1.0" val="{E4DF89CC-4DD9-42B6-A193-FF37BFECB06B}"/>
    </p:ext>
  </p:extLs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1">
  <p:cSld>
    <p:spTree>
      <p:nvGrpSpPr>
        <p:cNvPr id="1" name=""/>
        <p:cNvGrpSpPr/>
        <p:nvPr/>
      </p:nvGrpSpPr>
      <p:grpSpPr>
        <a:xfrm>
          <a:off x="0" y="0"/>
          <a:ext cx="0" cy="0"/>
          <a:chOff x="0" y="0"/>
          <a:chExt cx="0" cy="0"/>
        </a:xfrm>
      </p:grpSpPr>
      <p:sp>
        <p:nvSpPr>
          <p:cNvPr id="2" name="TextBox 1"/>
          <p:cNvSpPr txBox="1"/>
          <p:nvPr/>
        </p:nvSpPr>
        <p:spPr>
          <a:xfrm>
            <a:off x="768096" y="512064"/>
            <a:ext cx="10698480" cy="640080"/>
          </a:xfrm>
          <a:prstGeom prst="rect">
            <a:avLst/>
          </a:prstGeom>
          <a:noFill/>
        </p:spPr>
        <p:txBody>
          <a:bodyPr wrap="square" lIns="0" rIns="0" tIns="0" bIns="0" anchor="t">
            <a:spAutoFit/>
          </a:bodyPr>
          <a:lstStyle/>
          <a:p>
            <a:pPr algn="l">
              <a:lnSpc>
                <a:spcPct val="110000"/>
              </a:lnSpc>
              <a:spcAft>
                <a:spcPts val="400"/>
              </a:spcAft>
            </a:pPr>
            <a:r>
              <a:rPr sz="2900" b="1" spc="0">
                <a:solidFill>
                  <a:srgbClr val="162C40"/>
                </a:solidFill>
                <a:latin typeface="Didact Gothic"/>
              </a:rPr>
              <a:t>T7.3 – Björkdal: deployment completed</a:t>
            </a:r>
          </a:p>
        </p:txBody>
      </p:sp>
      <p:sp>
        <p:nvSpPr>
          <p:cNvPr id="3" name="TextBox 2"/>
          <p:cNvSpPr txBox="1"/>
          <p:nvPr/>
        </p:nvSpPr>
        <p:spPr>
          <a:xfrm>
            <a:off x="768096" y="1179576"/>
            <a:ext cx="10698480" cy="457200"/>
          </a:xfrm>
          <a:prstGeom prst="rect">
            <a:avLst/>
          </a:prstGeom>
          <a:noFill/>
        </p:spPr>
        <p:txBody>
          <a:bodyPr wrap="square" lIns="0" rIns="0" tIns="0" bIns="0" anchor="t">
            <a:spAutoFit/>
          </a:bodyPr>
          <a:lstStyle/>
          <a:p>
            <a:pPr algn="l">
              <a:lnSpc>
                <a:spcPct val="110000"/>
              </a:lnSpc>
              <a:spcAft>
                <a:spcPts val="400"/>
              </a:spcAft>
            </a:pPr>
            <a:r>
              <a:rPr sz="1500" b="0" spc="0">
                <a:solidFill>
                  <a:srgbClr val="5A8C3E"/>
                </a:solidFill>
                <a:latin typeface="Didact Gothic"/>
              </a:rPr>
              <a:t>A brief task-level update; detailed pilot scenarios and results will be presented in WP8</a:t>
            </a:r>
          </a:p>
        </p:txBody>
      </p:sp>
      <p:sp>
        <p:nvSpPr>
          <p:cNvPr id="4" name="Rounded Rectangle 3"/>
          <p:cNvSpPr/>
          <p:nvPr/>
        </p:nvSpPr>
        <p:spPr>
          <a:xfrm>
            <a:off x="768096" y="1837943"/>
            <a:ext cx="6638544" cy="3639312"/>
          </a:xfrm>
          <a:prstGeom prst="roundRect">
            <a:avLst>
              <a:gd name="adj" fmla="val 6000"/>
            </a:avLst>
          </a:prstGeom>
          <a:solidFill>
            <a:srgbClr val="F0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039112"/>
            <a:ext cx="6144768" cy="512064"/>
          </a:xfrm>
          <a:prstGeom prst="rect">
            <a:avLst/>
          </a:prstGeom>
          <a:noFill/>
        </p:spPr>
        <p:txBody>
          <a:bodyPr wrap="square" lIns="0" rIns="0" tIns="0" bIns="0" anchor="t">
            <a:spAutoFit/>
          </a:bodyPr>
          <a:lstStyle/>
          <a:p>
            <a:pPr algn="l">
              <a:lnSpc>
                <a:spcPct val="110000"/>
              </a:lnSpc>
              <a:spcAft>
                <a:spcPts val="400"/>
              </a:spcAft>
            </a:pPr>
            <a:r>
              <a:rPr sz="2300" b="1" spc="0">
                <a:solidFill>
                  <a:srgbClr val="162C40"/>
                </a:solidFill>
                <a:latin typeface="Didact Gothic"/>
              </a:rPr>
              <a:t>From indoor preparation to mine operation</a:t>
            </a:r>
          </a:p>
        </p:txBody>
      </p:sp>
      <p:sp>
        <p:nvSpPr>
          <p:cNvPr id="6" name="TextBox 5"/>
          <p:cNvSpPr txBox="1"/>
          <p:nvPr/>
        </p:nvSpPr>
        <p:spPr>
          <a:xfrm>
            <a:off x="1005840" y="2697480"/>
            <a:ext cx="6035040" cy="320040"/>
          </a:xfrm>
          <a:prstGeom prst="rect">
            <a:avLst/>
          </a:prstGeom>
          <a:noFill/>
        </p:spPr>
        <p:txBody>
          <a:bodyPr wrap="square" lIns="0" rIns="0" tIns="0" bIns="0" anchor="t">
            <a:spAutoFit/>
          </a:bodyPr>
          <a:lstStyle/>
          <a:p>
            <a:pPr algn="l">
              <a:lnSpc>
                <a:spcPct val="110000"/>
              </a:lnSpc>
              <a:spcAft>
                <a:spcPts val="400"/>
              </a:spcAft>
            </a:pPr>
            <a:r>
              <a:rPr sz="1900" b="1" spc="0">
                <a:solidFill>
                  <a:srgbClr val="162C40"/>
                </a:solidFill>
                <a:latin typeface="Didact Gothic"/>
              </a:rPr>
              <a:t>• Indoor activities performed</a:t>
            </a:r>
          </a:p>
        </p:txBody>
      </p:sp>
      <p:sp>
        <p:nvSpPr>
          <p:cNvPr id="7" name="TextBox 6"/>
          <p:cNvSpPr txBox="1"/>
          <p:nvPr/>
        </p:nvSpPr>
        <p:spPr>
          <a:xfrm>
            <a:off x="1261872" y="3063240"/>
            <a:ext cx="5696712" cy="530352"/>
          </a:xfrm>
          <a:prstGeom prst="rect">
            <a:avLst/>
          </a:prstGeom>
          <a:noFill/>
        </p:spPr>
        <p:txBody>
          <a:bodyPr wrap="square" lIns="0" rIns="0" tIns="0" bIns="0" anchor="t">
            <a:spAutoFit/>
          </a:bodyPr>
          <a:lstStyle/>
          <a:p>
            <a:pPr algn="l">
              <a:lnSpc>
                <a:spcPct val="110000"/>
              </a:lnSpc>
              <a:spcAft>
                <a:spcPts val="400"/>
              </a:spcAft>
            </a:pPr>
            <a:r>
              <a:rPr sz="1600" b="0" spc="0">
                <a:solidFill>
                  <a:srgbClr val="162C40"/>
                </a:solidFill>
                <a:latin typeface="Didact Gothic"/>
              </a:rPr>
              <a:t>The indoor configuration was deployed in the mine pilot.</a:t>
            </a:r>
          </a:p>
        </p:txBody>
      </p:sp>
      <p:sp>
        <p:nvSpPr>
          <p:cNvPr id="8" name="TextBox 7"/>
          <p:cNvSpPr txBox="1"/>
          <p:nvPr/>
        </p:nvSpPr>
        <p:spPr>
          <a:xfrm>
            <a:off x="1005840" y="3593592"/>
            <a:ext cx="6035040" cy="320040"/>
          </a:xfrm>
          <a:prstGeom prst="rect">
            <a:avLst/>
          </a:prstGeom>
          <a:noFill/>
        </p:spPr>
        <p:txBody>
          <a:bodyPr wrap="square" lIns="0" rIns="0" tIns="0" bIns="0" anchor="t">
            <a:spAutoFit/>
          </a:bodyPr>
          <a:lstStyle/>
          <a:p>
            <a:pPr algn="l">
              <a:lnSpc>
                <a:spcPct val="110000"/>
              </a:lnSpc>
              <a:spcAft>
                <a:spcPts val="400"/>
              </a:spcAft>
            </a:pPr>
            <a:r>
              <a:rPr sz="1900" b="1" spc="0">
                <a:solidFill>
                  <a:srgbClr val="162C40"/>
                </a:solidFill>
                <a:latin typeface="Didact Gothic"/>
              </a:rPr>
              <a:t>• Payload + SLAM/mapping demonstrated</a:t>
            </a:r>
          </a:p>
        </p:txBody>
      </p:sp>
      <p:sp>
        <p:nvSpPr>
          <p:cNvPr id="9" name="TextBox 8"/>
          <p:cNvSpPr txBox="1"/>
          <p:nvPr/>
        </p:nvSpPr>
        <p:spPr>
          <a:xfrm>
            <a:off x="1261872" y="3959352"/>
            <a:ext cx="5696712" cy="530352"/>
          </a:xfrm>
          <a:prstGeom prst="rect">
            <a:avLst/>
          </a:prstGeom>
          <a:noFill/>
        </p:spPr>
        <p:txBody>
          <a:bodyPr wrap="square" lIns="0" rIns="0" tIns="0" bIns="0" anchor="t">
            <a:spAutoFit/>
          </a:bodyPr>
          <a:lstStyle/>
          <a:p>
            <a:pPr algn="l">
              <a:lnSpc>
                <a:spcPct val="110000"/>
              </a:lnSpc>
              <a:spcAft>
                <a:spcPts val="400"/>
              </a:spcAft>
            </a:pPr>
            <a:r>
              <a:rPr sz="1600" b="0" spc="0">
                <a:solidFill>
                  <a:srgbClr val="162C40"/>
                </a:solidFill>
                <a:latin typeface="Didact Gothic"/>
              </a:rPr>
              <a:t>Integrated sensing and navigation demonstrated underground.</a:t>
            </a:r>
          </a:p>
        </p:txBody>
      </p:sp>
      <p:sp>
        <p:nvSpPr>
          <p:cNvPr id="10" name="TextBox 9"/>
          <p:cNvSpPr txBox="1"/>
          <p:nvPr/>
        </p:nvSpPr>
        <p:spPr>
          <a:xfrm>
            <a:off x="1005840" y="4489704"/>
            <a:ext cx="6035040" cy="320040"/>
          </a:xfrm>
          <a:prstGeom prst="rect">
            <a:avLst/>
          </a:prstGeom>
          <a:noFill/>
        </p:spPr>
        <p:txBody>
          <a:bodyPr wrap="square" lIns="0" rIns="0" tIns="0" bIns="0" anchor="t">
            <a:spAutoFit/>
          </a:bodyPr>
          <a:lstStyle/>
          <a:p>
            <a:pPr algn="l">
              <a:lnSpc>
                <a:spcPct val="110000"/>
              </a:lnSpc>
              <a:spcAft>
                <a:spcPts val="400"/>
              </a:spcAft>
            </a:pPr>
            <a:r>
              <a:rPr sz="1900" b="1" spc="0">
                <a:solidFill>
                  <a:srgbClr val="162C40"/>
                </a:solidFill>
                <a:latin typeface="Didact Gothic"/>
              </a:rPr>
              <a:t>• Multiple pilot scenarios completed</a:t>
            </a:r>
          </a:p>
        </p:txBody>
      </p:sp>
      <p:sp>
        <p:nvSpPr>
          <p:cNvPr id="11" name="TextBox 10"/>
          <p:cNvSpPr txBox="1"/>
          <p:nvPr/>
        </p:nvSpPr>
        <p:spPr>
          <a:xfrm>
            <a:off x="1261872" y="4855464"/>
            <a:ext cx="5696712" cy="530352"/>
          </a:xfrm>
          <a:prstGeom prst="rect">
            <a:avLst/>
          </a:prstGeom>
          <a:noFill/>
        </p:spPr>
        <p:txBody>
          <a:bodyPr wrap="square" lIns="0" rIns="0" tIns="0" bIns="0" anchor="t">
            <a:spAutoFit/>
          </a:bodyPr>
          <a:lstStyle/>
          <a:p>
            <a:pPr algn="l">
              <a:lnSpc>
                <a:spcPct val="110000"/>
              </a:lnSpc>
              <a:spcAft>
                <a:spcPts val="400"/>
              </a:spcAft>
            </a:pPr>
            <a:r>
              <a:rPr sz="1600" b="0" spc="0">
                <a:solidFill>
                  <a:srgbClr val="162C40"/>
                </a:solidFill>
                <a:latin typeface="Didact Gothic"/>
              </a:rPr>
              <a:t>The overall campaign included indoor and outdoor activities.</a:t>
            </a:r>
          </a:p>
        </p:txBody>
      </p:sp>
      <p:sp>
        <p:nvSpPr>
          <p:cNvPr id="12" name="Rounded Rectangle 11"/>
          <p:cNvSpPr/>
          <p:nvPr/>
        </p:nvSpPr>
        <p:spPr>
          <a:xfrm>
            <a:off x="7744968" y="1837943"/>
            <a:ext cx="3675887" cy="1472184"/>
          </a:xfrm>
          <a:prstGeom prst="roundRect">
            <a:avLst>
              <a:gd name="adj" fmla="val 6000"/>
            </a:avLst>
          </a:prstGeom>
          <a:solidFill>
            <a:srgbClr val="5A8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82712" y="2057400"/>
            <a:ext cx="3209544" cy="329184"/>
          </a:xfrm>
          <a:prstGeom prst="rect">
            <a:avLst/>
          </a:prstGeom>
          <a:noFill/>
        </p:spPr>
        <p:txBody>
          <a:bodyPr wrap="square" lIns="0" rIns="0" tIns="0" bIns="0" anchor="t">
            <a:spAutoFit/>
          </a:bodyPr>
          <a:lstStyle/>
          <a:p>
            <a:pPr algn="l">
              <a:lnSpc>
                <a:spcPct val="110000"/>
              </a:lnSpc>
              <a:spcAft>
                <a:spcPts val="400"/>
              </a:spcAft>
            </a:pPr>
            <a:r>
              <a:rPr sz="2000" b="1" spc="0">
                <a:solidFill>
                  <a:srgbClr val="FFFFFF"/>
                </a:solidFill>
                <a:latin typeface="Didact Gothic"/>
              </a:rPr>
              <a:t>COMPLETED</a:t>
            </a:r>
          </a:p>
        </p:txBody>
      </p:sp>
      <p:sp>
        <p:nvSpPr>
          <p:cNvPr id="14" name="TextBox 13"/>
          <p:cNvSpPr txBox="1"/>
          <p:nvPr/>
        </p:nvSpPr>
        <p:spPr>
          <a:xfrm>
            <a:off x="7982712" y="2569464"/>
            <a:ext cx="3209544" cy="521207"/>
          </a:xfrm>
          <a:prstGeom prst="rect">
            <a:avLst/>
          </a:prstGeom>
          <a:noFill/>
        </p:spPr>
        <p:txBody>
          <a:bodyPr wrap="square" lIns="0" rIns="0" tIns="0" bIns="0" anchor="t">
            <a:spAutoFit/>
          </a:bodyPr>
          <a:lstStyle/>
          <a:p>
            <a:pPr algn="l">
              <a:lnSpc>
                <a:spcPct val="110000"/>
              </a:lnSpc>
              <a:spcAft>
                <a:spcPts val="400"/>
              </a:spcAft>
            </a:pPr>
            <a:r>
              <a:rPr sz="1600" b="0" spc="0">
                <a:solidFill>
                  <a:srgbClr val="FFFFFF"/>
                </a:solidFill>
                <a:latin typeface="Didact Gothic"/>
              </a:rPr>
              <a:t>Indoor activities</a:t>
            </a:r>
          </a:p>
          <a:p>
            <a:pPr algn="l">
              <a:lnSpc>
                <a:spcPct val="110000"/>
              </a:lnSpc>
              <a:spcAft>
                <a:spcPts val="400"/>
              </a:spcAft>
            </a:pPr>
            <a:r>
              <a:rPr sz="1600" b="0" spc="0">
                <a:solidFill>
                  <a:srgbClr val="FFFFFF"/>
                </a:solidFill>
                <a:latin typeface="Didact Gothic"/>
              </a:rPr>
              <a:t>Payload + SLAM/mapping demo</a:t>
            </a:r>
          </a:p>
        </p:txBody>
      </p:sp>
      <p:sp>
        <p:nvSpPr>
          <p:cNvPr id="15" name="Rounded Rectangle 14"/>
          <p:cNvSpPr/>
          <p:nvPr/>
        </p:nvSpPr>
        <p:spPr>
          <a:xfrm>
            <a:off x="7744968" y="3630168"/>
            <a:ext cx="3675887" cy="1563624"/>
          </a:xfrm>
          <a:prstGeom prst="roundRect">
            <a:avLst>
              <a:gd name="adj" fmla="val 6000"/>
            </a:avLst>
          </a:prstGeom>
          <a:solidFill>
            <a:srgbClr val="FBEE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82712" y="3822191"/>
            <a:ext cx="3209544" cy="320040"/>
          </a:xfrm>
          <a:prstGeom prst="rect">
            <a:avLst/>
          </a:prstGeom>
          <a:noFill/>
        </p:spPr>
        <p:txBody>
          <a:bodyPr wrap="square" lIns="0" rIns="0" tIns="0" bIns="0" anchor="t">
            <a:spAutoFit/>
          </a:bodyPr>
          <a:lstStyle/>
          <a:p>
            <a:pPr algn="l">
              <a:lnSpc>
                <a:spcPct val="110000"/>
              </a:lnSpc>
              <a:spcAft>
                <a:spcPts val="400"/>
              </a:spcAft>
            </a:pPr>
            <a:r>
              <a:rPr sz="1600" b="1" spc="0">
                <a:solidFill>
                  <a:srgbClr val="D95427"/>
                </a:solidFill>
                <a:latin typeface="Didact Gothic"/>
              </a:rPr>
              <a:t>RESULTS TO CONSOLIDATE</a:t>
            </a:r>
          </a:p>
        </p:txBody>
      </p:sp>
      <p:sp>
        <p:nvSpPr>
          <p:cNvPr id="17" name="TextBox 16"/>
          <p:cNvSpPr txBox="1"/>
          <p:nvPr/>
        </p:nvSpPr>
        <p:spPr>
          <a:xfrm>
            <a:off x="7982712" y="4315968"/>
            <a:ext cx="3209544" cy="576072"/>
          </a:xfrm>
          <a:prstGeom prst="rect">
            <a:avLst/>
          </a:prstGeom>
          <a:noFill/>
        </p:spPr>
        <p:txBody>
          <a:bodyPr wrap="square" lIns="0" rIns="0" tIns="0" bIns="0" anchor="t">
            <a:spAutoFit/>
          </a:bodyPr>
          <a:lstStyle/>
          <a:p>
            <a:pPr algn="l">
              <a:lnSpc>
                <a:spcPct val="110000"/>
              </a:lnSpc>
              <a:spcAft>
                <a:spcPts val="400"/>
              </a:spcAft>
            </a:pPr>
            <a:r>
              <a:rPr sz="1600" b="0" spc="0">
                <a:solidFill>
                  <a:srgbClr val="162C40"/>
                </a:solidFill>
                <a:latin typeface="Didact Gothic"/>
              </a:rPr>
              <a:t>Fragmentation results pending.</a:t>
            </a:r>
          </a:p>
          <a:p>
            <a:pPr algn="l">
              <a:lnSpc>
                <a:spcPct val="110000"/>
              </a:lnSpc>
              <a:spcAft>
                <a:spcPts val="400"/>
              </a:spcAft>
            </a:pPr>
            <a:r>
              <a:rPr sz="1600" b="0" spc="0">
                <a:solidFill>
                  <a:srgbClr val="162C40"/>
                </a:solidFill>
                <a:latin typeface="Didact Gothic"/>
              </a:rPr>
              <a:t>Team feedback to be added after debrief.</a:t>
            </a:r>
          </a:p>
        </p:txBody>
      </p:sp>
      <p:sp>
        <p:nvSpPr>
          <p:cNvPr id="18" name="Rounded Rectangle 17"/>
          <p:cNvSpPr/>
          <p:nvPr/>
        </p:nvSpPr>
        <p:spPr>
          <a:xfrm>
            <a:off x="768096" y="5596128"/>
            <a:ext cx="10652760" cy="438912"/>
          </a:xfrm>
          <a:prstGeom prst="roundRect">
            <a:avLst>
              <a:gd name="adj" fmla="val 6000"/>
            </a:avLst>
          </a:prstGeom>
          <a:solidFill>
            <a:srgbClr val="5A8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0976" y="5669280"/>
            <a:ext cx="10287000" cy="310896"/>
          </a:xfrm>
          <a:prstGeom prst="rect">
            <a:avLst/>
          </a:prstGeom>
          <a:noFill/>
        </p:spPr>
        <p:txBody>
          <a:bodyPr wrap="square" lIns="0" rIns="0" tIns="0" bIns="0" anchor="t">
            <a:spAutoFit/>
          </a:bodyPr>
          <a:lstStyle/>
          <a:p>
            <a:pPr algn="l">
              <a:lnSpc>
                <a:spcPct val="110000"/>
              </a:lnSpc>
              <a:spcAft>
                <a:spcPts val="400"/>
              </a:spcAft>
            </a:pPr>
            <a:r>
              <a:rPr sz="1800" b="0" spc="0">
                <a:solidFill>
                  <a:srgbClr val="FFFFFF"/>
                </a:solidFill>
                <a:latin typeface="Didact Gothic"/>
              </a:rPr>
              <a:t>T7.3 technical activities are complete; pilot evidence and lessons feed the Final Review.</a:t>
            </a:r>
          </a:p>
        </p:txBody>
      </p:sp>
      <p:sp>
        <p:nvSpPr>
          <p:cNvPr id="20" name="TextBox 19"/>
          <p:cNvSpPr txBox="1"/>
          <p:nvPr/>
        </p:nvSpPr>
        <p:spPr>
          <a:xfrm>
            <a:off x="3931920" y="6428232"/>
            <a:ext cx="4480560" cy="201168"/>
          </a:xfrm>
          <a:prstGeom prst="rect">
            <a:avLst/>
          </a:prstGeom>
          <a:noFill/>
        </p:spPr>
        <p:txBody>
          <a:bodyPr wrap="square" lIns="0" rIns="0" tIns="0" bIns="0" anchor="t">
            <a:spAutoFit/>
          </a:bodyPr>
          <a:lstStyle/>
          <a:p>
            <a:pPr algn="l">
              <a:lnSpc>
                <a:spcPct val="110000"/>
              </a:lnSpc>
              <a:spcAft>
                <a:spcPts val="400"/>
              </a:spcAft>
            </a:pPr>
            <a:r>
              <a:rPr sz="900" b="0" spc="0">
                <a:solidFill>
                  <a:srgbClr val="3F3219"/>
                </a:solidFill>
                <a:latin typeface="Didact Gothic"/>
              </a:rPr>
              <a:t>XTRACT 7th GA | Online | 14 October 2026</a:t>
            </a:r>
          </a:p>
        </p:txBody>
      </p:sp>
      <p:sp>
        <p:nvSpPr>
          <p:cNvPr id="21" name="TextBox 20"/>
          <p:cNvSpPr txBox="1"/>
          <p:nvPr/>
        </p:nvSpPr>
        <p:spPr>
          <a:xfrm>
            <a:off x="10972800" y="6419088"/>
            <a:ext cx="457200" cy="228600"/>
          </a:xfrm>
          <a:prstGeom prst="rect">
            <a:avLst/>
          </a:prstGeom>
          <a:noFill/>
        </p:spPr>
        <p:txBody>
          <a:bodyPr wrap="square" lIns="0" rIns="0" tIns="0" bIns="0" anchor="t">
            <a:spAutoFit/>
          </a:bodyPr>
          <a:lstStyle/>
          <a:p>
            <a:pPr algn="r">
              <a:lnSpc>
                <a:spcPct val="110000"/>
              </a:lnSpc>
              <a:spcAft>
                <a:spcPts val="400"/>
              </a:spcAft>
            </a:pPr>
            <a:r>
              <a:rPr sz="1000" b="0" spc="0">
                <a:solidFill>
                  <a:srgbClr val="162C40"/>
                </a:solidFill>
                <a:latin typeface="Didact Gothic"/>
              </a:rPr>
              <a:t>5</a:t>
            </a:r>
          </a:p>
        </p:txBody>
      </p:sp>
    </p:spTree>
  </p:cSld>
  <mc:AlternateContent>
    <mc:Choice Requires="p14">
      <p:transition spd="slow" p14:dur="2000"/>
    </mc:Choice>
    <mc:Fallback>
      <p:transition spd="slow"/>
    </mc:Fallback>
  </mc:AlternateContent>
  <p:extLst>
    <p:ext uri="urn:com:collaboraoffice:names:experimental:ooxml:xmlns:coext:1.0">
      <coext:pageGuid xmlns:coext="urn:com:collaboraoffice:names:experimental:ooxml:xmlns:coext:1.0" val="{1308EC1D-FC92-4ABB-B238-7842327FC044}"/>
    </p:ext>
  </p:extLs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1">
  <p:cSld>
    <p:spTree>
      <p:nvGrpSpPr>
        <p:cNvPr id="1" name=""/>
        <p:cNvGrpSpPr/>
        <p:nvPr/>
      </p:nvGrpSpPr>
      <p:grpSpPr>
        <a:xfrm>
          <a:off x="0" y="0"/>
          <a:ext cx="0" cy="0"/>
          <a:chOff x="0" y="0"/>
          <a:chExt cx="0" cy="0"/>
        </a:xfrm>
      </p:grpSpPr>
      <p:sp>
        <p:nvSpPr>
          <p:cNvPr id="160" name="TextBox 5"/>
          <p:cNvSpPr/>
          <p:nvPr/>
        </p:nvSpPr>
        <p:spPr>
          <a:xfrm>
            <a:off x="1227600" y="3509640"/>
            <a:ext cx="3869280" cy="297000"/>
          </a:xfrm>
          <a:prstGeom prst="rect">
            <a:avLst/>
          </a:prstGeom>
          <a:solidFill>
            <a:schemeClr val="bg1"/>
          </a:solidFill>
          <a:ln w="0">
            <a:noFill/>
          </a:ln>
        </p:spPr>
        <p:style>
          <a:lnRef idx="0"/>
          <a:fillRef idx="0"/>
          <a:effectRef idx="0"/>
          <a:fontRef idx="minor"/>
        </p:style>
        <p:txBody>
          <a:bodyPr lIns="90000" tIns="45000" rIns="90000" bIns="45000" anchor="t">
            <a:spAutoFit/>
          </a:bodyPr>
          <a:p>
            <a:pPr defTabSz="914400">
              <a:lnSpc>
                <a:spcPct val="100000"/>
              </a:lnSpc>
            </a:pPr>
            <a:r>
              <a:rPr lang="en-US" sz="1200" b="0" u="sng" strike="noStrike">
                <a:solidFill>
                  <a:schemeClr val="dk1"/>
                </a:solidFill>
                <a:effectLst/>
                <a:uFillTx/>
                <a:latin typeface="Didact Gothic"/>
                <a:hlinkClick r:id="rId1"/>
              </a:rPr>
              <a:t>https://www.linkedin.com/company/xtract-project/</a:t>
            </a:r>
            <a:r>
              <a:rPr lang="en-US" sz="1200" b="0" u="none" strike="noStrike">
                <a:solidFill>
                  <a:schemeClr val="dk1"/>
                </a:solidFill>
                <a:effectLst/>
                <a:uFillTx/>
                <a:latin typeface="Didact Gothic"/>
              </a:rPr>
              <a:t> </a:t>
            </a:r>
            <a:endParaRPr lang="es" sz="1200" b="0" u="none" strike="noStrike">
              <a:solidFill>
                <a:srgbClr val="000000"/>
              </a:solidFill>
              <a:effectLst/>
              <a:uFillTx/>
              <a:latin typeface="Calibri"/>
            </a:endParaRPr>
          </a:p>
        </p:txBody>
      </p:sp>
      <p:sp>
        <p:nvSpPr>
          <p:cNvPr id="161" name="TextBox 6"/>
          <p:cNvSpPr/>
          <p:nvPr/>
        </p:nvSpPr>
        <p:spPr>
          <a:xfrm>
            <a:off x="1227600" y="3963240"/>
            <a:ext cx="3711960" cy="479520"/>
          </a:xfrm>
          <a:prstGeom prst="rect">
            <a:avLst/>
          </a:prstGeom>
          <a:solidFill>
            <a:schemeClr val="bg1"/>
          </a:solidFill>
          <a:ln w="0">
            <a:noFill/>
          </a:ln>
        </p:spPr>
        <p:style>
          <a:lnRef idx="0"/>
          <a:fillRef idx="0"/>
          <a:effectRef idx="0"/>
          <a:fontRef idx="minor"/>
        </p:style>
        <p:txBody>
          <a:bodyPr lIns="90000" tIns="45000" rIns="90000" bIns="45000" anchor="t">
            <a:spAutoFit/>
          </a:bodyPr>
          <a:p>
            <a:pPr defTabSz="914400">
              <a:lnSpc>
                <a:spcPct val="100000"/>
              </a:lnSpc>
            </a:pPr>
            <a:r>
              <a:rPr lang="en-US" sz="1200" b="0" u="sng" strike="noStrike">
                <a:solidFill>
                  <a:schemeClr val="dk1"/>
                </a:solidFill>
                <a:effectLst/>
                <a:uFillTx/>
                <a:latin typeface="Didact Gothic"/>
                <a:hlinkClick r:id="rId2"/>
              </a:rPr>
              <a:t>https://www.youtube.com/channel/UC9eNoqHV2BLXc37Q_CTwFuQ</a:t>
            </a:r>
            <a:r>
              <a:rPr lang="en-US" sz="1200" b="0" u="none" strike="noStrike">
                <a:solidFill>
                  <a:schemeClr val="dk1"/>
                </a:solidFill>
                <a:effectLst/>
                <a:uFillTx/>
                <a:latin typeface="Didact Gothic"/>
              </a:rPr>
              <a:t> </a:t>
            </a:r>
            <a:endParaRPr lang="es" sz="1200" b="0" u="none" strike="noStrike">
              <a:solidFill>
                <a:srgbClr val="000000"/>
              </a:solidFill>
              <a:effectLst/>
              <a:uFillTx/>
              <a:latin typeface="Calibri"/>
            </a:endParaRPr>
          </a:p>
        </p:txBody>
      </p:sp>
      <p:sp>
        <p:nvSpPr>
          <p:cNvPr id="162" name="TextBox 7"/>
          <p:cNvSpPr/>
          <p:nvPr/>
        </p:nvSpPr>
        <p:spPr>
          <a:xfrm>
            <a:off x="1227600" y="4580640"/>
            <a:ext cx="4041720" cy="297000"/>
          </a:xfrm>
          <a:prstGeom prst="rect">
            <a:avLst/>
          </a:prstGeom>
          <a:solidFill>
            <a:schemeClr val="bg1"/>
          </a:solidFill>
          <a:ln w="0">
            <a:noFill/>
          </a:ln>
        </p:spPr>
        <p:style>
          <a:lnRef idx="0"/>
          <a:fillRef idx="0"/>
          <a:effectRef idx="0"/>
          <a:fontRef idx="minor"/>
        </p:style>
        <p:txBody>
          <a:bodyPr lIns="90000" tIns="45000" rIns="90000" bIns="45000" anchor="t">
            <a:spAutoFit/>
          </a:bodyPr>
          <a:p>
            <a:pPr defTabSz="914400">
              <a:lnSpc>
                <a:spcPct val="100000"/>
              </a:lnSpc>
            </a:pPr>
            <a:r>
              <a:rPr lang="en-US" sz="1200" b="0" u="sng" strike="noStrike">
                <a:solidFill>
                  <a:schemeClr val="dk1"/>
                </a:solidFill>
                <a:effectLst/>
                <a:uFillTx/>
                <a:latin typeface="Didact Gothic"/>
                <a:hlinkClick r:id="rId3"/>
              </a:rPr>
              <a:t>https://twitter.com/xtract_project</a:t>
            </a:r>
            <a:r>
              <a:rPr lang="en-US" sz="1200" b="0" u="none" strike="noStrike">
                <a:solidFill>
                  <a:schemeClr val="dk1"/>
                </a:solidFill>
                <a:effectLst/>
                <a:uFillTx/>
                <a:latin typeface="Didact Gothic"/>
              </a:rPr>
              <a:t> </a:t>
            </a:r>
            <a:endParaRPr lang="es" sz="1200" b="0" u="none" strike="noStrike">
              <a:solidFill>
                <a:srgbClr val="000000"/>
              </a:solidFill>
              <a:effectLst/>
              <a:uFillTx/>
              <a:latin typeface="Calibri"/>
            </a:endParaRPr>
          </a:p>
        </p:txBody>
      </p:sp>
      <p:sp>
        <p:nvSpPr>
          <p:cNvPr id="163" name="TextBox 9"/>
          <p:cNvSpPr/>
          <p:nvPr/>
        </p:nvSpPr>
        <p:spPr>
          <a:xfrm>
            <a:off x="1209960" y="2997360"/>
            <a:ext cx="3591360" cy="297000"/>
          </a:xfrm>
          <a:prstGeom prst="rect">
            <a:avLst/>
          </a:prstGeom>
          <a:solidFill>
            <a:schemeClr val="bg1"/>
          </a:solidFill>
          <a:ln w="0">
            <a:noFill/>
          </a:ln>
        </p:spPr>
        <p:style>
          <a:lnRef idx="0"/>
          <a:fillRef idx="0"/>
          <a:effectRef idx="0"/>
          <a:fontRef idx="minor"/>
        </p:style>
        <p:txBody>
          <a:bodyPr lIns="90000" tIns="45000" rIns="90000" bIns="45000" anchor="t">
            <a:spAutoFit/>
          </a:bodyPr>
          <a:p>
            <a:pPr defTabSz="914400">
              <a:lnSpc>
                <a:spcPct val="100000"/>
              </a:lnSpc>
            </a:pPr>
            <a:r>
              <a:rPr lang="en-US" sz="1200" b="0" u="sng" strike="noStrike">
                <a:solidFill>
                  <a:schemeClr val="dk1"/>
                </a:solidFill>
                <a:effectLst/>
                <a:uFillTx/>
                <a:latin typeface="Didact Gothic"/>
                <a:hlinkClick r:id="rId4"/>
              </a:rPr>
              <a:t>https://xtract-project.eu/</a:t>
            </a:r>
            <a:r>
              <a:rPr lang="en-US" sz="1200" b="0" u="none" strike="noStrike">
                <a:solidFill>
                  <a:schemeClr val="dk1"/>
                </a:solidFill>
                <a:effectLst/>
                <a:uFillTx/>
                <a:latin typeface="Didact Gothic"/>
              </a:rPr>
              <a:t> </a:t>
            </a:r>
            <a:endParaRPr lang="es" sz="1200" b="0" u="none" strike="noStrike">
              <a:solidFill>
                <a:srgbClr val="000000"/>
              </a:solidFill>
              <a:effectLst/>
              <a:uFillTx/>
              <a:latin typeface="Calibri"/>
            </a:endParaRPr>
          </a:p>
        </p:txBody>
      </p:sp>
      <p:sp>
        <p:nvSpPr>
          <p:cNvPr id="164" name="TextBox 10"/>
          <p:cNvSpPr/>
          <p:nvPr/>
        </p:nvSpPr>
        <p:spPr>
          <a:xfrm>
            <a:off x="1209960" y="2483640"/>
            <a:ext cx="3591360" cy="297000"/>
          </a:xfrm>
          <a:prstGeom prst="rect">
            <a:avLst/>
          </a:prstGeom>
          <a:solidFill>
            <a:schemeClr val="bg1"/>
          </a:solidFill>
          <a:ln w="0">
            <a:noFill/>
          </a:ln>
        </p:spPr>
        <p:style>
          <a:lnRef idx="0"/>
          <a:fillRef idx="0"/>
          <a:effectRef idx="0"/>
          <a:fontRef idx="minor"/>
        </p:style>
        <p:txBody>
          <a:bodyPr lIns="90000" tIns="45000" rIns="90000" bIns="45000" anchor="t">
            <a:spAutoFit/>
          </a:bodyPr>
          <a:p>
            <a:pPr defTabSz="914400">
              <a:lnSpc>
                <a:spcPct val="100000"/>
              </a:lnSpc>
            </a:pPr>
            <a:r>
              <a:rPr lang="en-US" sz="1200" b="0" u="sng" strike="noStrike">
                <a:solidFill>
                  <a:schemeClr val="dk1"/>
                </a:solidFill>
                <a:effectLst/>
                <a:uFillTx/>
                <a:latin typeface="Didact Gothic"/>
                <a:hlinkClick r:id="rId5"/>
              </a:rPr>
              <a:t>info@xtract-project.eu</a:t>
            </a:r>
            <a:r>
              <a:rPr lang="en-US" sz="1200" b="0" u="none" strike="noStrike">
                <a:solidFill>
                  <a:schemeClr val="dk1"/>
                </a:solidFill>
                <a:effectLst/>
                <a:uFillTx/>
                <a:latin typeface="Didact Gothic"/>
              </a:rPr>
              <a:t> </a:t>
            </a:r>
            <a:endParaRPr lang="es" sz="1200" b="0" u="none" strike="noStrike">
              <a:solidFill>
                <a:srgbClr val="000000"/>
              </a:solidFill>
              <a:effectLst/>
              <a:uFillTx/>
              <a:latin typeface="Calibri"/>
            </a:endParaRPr>
          </a:p>
        </p:txBody>
      </p:sp>
      <p:grpSp>
        <p:nvGrpSpPr>
          <p:cNvPr id="166" name="Group 2"/>
          <p:cNvGrpSpPr/>
          <p:nvPr/>
        </p:nvGrpSpPr>
        <p:grpSpPr>
          <a:xfrm>
            <a:off x="6711480" y="107280"/>
            <a:ext cx="5243400" cy="891720"/>
            <a:chOff x="6711480" y="107280"/>
            <a:chExt cx="5243400" cy="891720"/>
          </a:xfrm>
        </p:grpSpPr>
        <p:sp>
          <p:nvSpPr>
            <p:cNvPr id="167" name="TextBox 3"/>
            <p:cNvSpPr/>
            <p:nvPr/>
          </p:nvSpPr>
          <p:spPr>
            <a:xfrm>
              <a:off x="7552440" y="170280"/>
              <a:ext cx="4402440" cy="5929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1100" b="0" u="none" strike="noStrike">
                  <a:solidFill>
                    <a:schemeClr val="lt1"/>
                  </a:solidFill>
                  <a:effectLst/>
                  <a:uFillTx/>
                  <a:latin typeface="Didact Gothic"/>
                </a:rPr>
                <a:t>This project has received funding from the European Union’s Horizon Europe Research and Innovation Programme under Grant Agreement no. 101138432</a:t>
              </a:r>
              <a:endParaRPr lang="es" sz="1100" b="0" u="none" strike="noStrike">
                <a:solidFill>
                  <a:srgbClr val="000000"/>
                </a:solidFill>
                <a:effectLst/>
                <a:uFillTx/>
                <a:latin typeface="Calibri"/>
              </a:endParaRPr>
            </a:p>
          </p:txBody>
        </p:sp>
        <p:pic>
          <p:nvPicPr>
            <p:cNvPr id="168" name="Picture 4" descr="A blue flag with yellow stars&#10;&#10;Description automatically generated"/>
            <p:cNvPicPr/>
            <p:nvPr/>
          </p:nvPicPr>
          <p:blipFill>
            <a:blip r:embed="rId6"/>
            <a:stretch/>
          </p:blipFill>
          <p:spPr>
            <a:xfrm>
              <a:off x="6711480" y="107280"/>
              <a:ext cx="880200" cy="891720"/>
            </a:xfrm>
            <a:prstGeom prst="rect">
              <a:avLst/>
            </a:prstGeom>
            <a:noFill/>
            <a:ln w="0">
              <a:noFill/>
            </a:ln>
          </p:spPr>
        </p:pic>
      </p:grpSp>
      <p:sp>
        <p:nvSpPr>
          <p:cNvPr id="169" name="TextBox 168"/>
          <p:cNvSpPr txBox="1"/>
          <p:nvPr/>
        </p:nvSpPr>
        <p:spPr>
          <a:xfrm>
            <a:off x="630936" y="621792"/>
            <a:ext cx="5815584" cy="384048"/>
          </a:xfrm>
          <a:prstGeom prst="rect">
            <a:avLst/>
          </a:prstGeom>
          <a:noFill/>
        </p:spPr>
        <p:txBody>
          <a:bodyPr wrap="square" lIns="0" rIns="0" tIns="0" bIns="0" anchor="t">
            <a:spAutoFit/>
          </a:bodyPr>
          <a:lstStyle/>
          <a:p>
            <a:pPr algn="ctr">
              <a:lnSpc>
                <a:spcPct val="110000"/>
              </a:lnSpc>
              <a:spcAft>
                <a:spcPts val="400"/>
              </a:spcAft>
            </a:pPr>
            <a:r>
              <a:rPr sz="2300" b="1" spc="0">
                <a:solidFill>
                  <a:srgbClr val="162C40"/>
                </a:solidFill>
                <a:latin typeface="Didact Gothic"/>
              </a:rPr>
              <a:t>Andreas Lefkatis | ACCELIGENCE</a:t>
            </a:r>
          </a:p>
        </p:txBody>
      </p:sp>
      <p:sp>
        <p:nvSpPr>
          <p:cNvPr id="170" name="TextBox 169"/>
          <p:cNvSpPr txBox="1"/>
          <p:nvPr/>
        </p:nvSpPr>
        <p:spPr>
          <a:xfrm>
            <a:off x="630936" y="1161288"/>
            <a:ext cx="5815584" cy="292608"/>
          </a:xfrm>
          <a:prstGeom prst="rect">
            <a:avLst/>
          </a:prstGeom>
          <a:noFill/>
        </p:spPr>
        <p:txBody>
          <a:bodyPr wrap="square" lIns="0" rIns="0" tIns="0" bIns="0" anchor="t">
            <a:spAutoFit/>
          </a:bodyPr>
          <a:lstStyle/>
          <a:p>
            <a:pPr algn="ctr">
              <a:lnSpc>
                <a:spcPct val="110000"/>
              </a:lnSpc>
              <a:spcAft>
                <a:spcPts val="400"/>
              </a:spcAft>
            </a:pPr>
            <a:r>
              <a:rPr sz="1600" b="0" spc="0">
                <a:solidFill>
                  <a:srgbClr val="162C40"/>
                </a:solidFill>
                <a:latin typeface="Didact Gothic"/>
              </a:rPr>
              <a:t>andreas.lefkatis@acceligence.cy</a:t>
            </a:r>
          </a:p>
        </p:txBody>
      </p:sp>
      <p:sp>
        <p:nvSpPr>
          <p:cNvPr id="171" name="TextBox 170"/>
          <p:cNvSpPr txBox="1"/>
          <p:nvPr/>
        </p:nvSpPr>
        <p:spPr>
          <a:xfrm>
            <a:off x="640080" y="1746504"/>
            <a:ext cx="5815584" cy="384048"/>
          </a:xfrm>
          <a:prstGeom prst="rect">
            <a:avLst/>
          </a:prstGeom>
          <a:noFill/>
        </p:spPr>
        <p:txBody>
          <a:bodyPr wrap="square" lIns="0" rIns="0" tIns="0" bIns="0" anchor="t">
            <a:spAutoFit/>
          </a:bodyPr>
          <a:lstStyle/>
          <a:p>
            <a:pPr algn="ctr">
              <a:lnSpc>
                <a:spcPct val="110000"/>
              </a:lnSpc>
              <a:spcAft>
                <a:spcPts val="400"/>
              </a:spcAft>
            </a:pPr>
            <a:r>
              <a:rPr sz="1900" b="1" spc="0">
                <a:solidFill>
                  <a:srgbClr val="5A8C3E"/>
                </a:solidFill>
                <a:latin typeface="Didact Gothic"/>
              </a:rPr>
              <a:t>T7.3: completed, tested and demonstrated</a:t>
            </a:r>
          </a:p>
        </p:txBody>
      </p:sp>
    </p:spTree>
  </p:cSld>
  <mc:AlternateContent>
    <mc:Choice Requires="p14">
      <p:transition spd="slow" p14:dur="2000"/>
    </mc:Choice>
    <mc:Fallback>
      <p:transition spd="slow"/>
    </mc:Fallback>
  </mc:AlternateContent>
  <p:extLst>
    <p:ext uri="urn:com:collaboraoffice:names:experimental:ooxml:xmlns:coext:1.0">
      <coext:pageGuid xmlns:coext="urn:com:collaboraoffice:names:experimental:ooxml:xmlns:coext:1.0" val="{B0377532-81EA-4A2B-82EF-6EAC8820910A}"/>
    </p:ext>
  </p:extLs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XTRACT">
      <a:dk1>
        <a:srgbClr val="162C40"/>
      </a:dk1>
      <a:lt1>
        <a:srgbClr val="FFFFFF"/>
      </a:lt1>
      <a:dk2>
        <a:srgbClr val="3F3219"/>
      </a:dk2>
      <a:lt2>
        <a:srgbClr val="E7E6E6"/>
      </a:lt2>
      <a:accent1>
        <a:srgbClr val="162C40"/>
      </a:accent1>
      <a:accent2>
        <a:srgbClr val="5A8C3E"/>
      </a:accent2>
      <a:accent3>
        <a:srgbClr val="FFFFFF"/>
      </a:accent3>
      <a:accent4>
        <a:srgbClr val="FFFFFF"/>
      </a:accent4>
      <a:accent5>
        <a:srgbClr val="000000"/>
      </a:accent5>
      <a:accent6>
        <a:srgbClr val="000000"/>
      </a:accent6>
      <a:hlink>
        <a:srgbClr val="D95427"/>
      </a:hlink>
      <a:folHlink>
        <a:srgbClr val="9CCE76"/>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66</TotalTime>
  <Application>Collabora_Office/26.04.4.1$Linux_X86_64 LibreOffice_project/825c9caa93da8651971522ba82a80fa0777539c0</Application>
  <AppVersion>15.0000</AppVersion>
  <Words>535</Words>
  <Paragraphs>106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2023-08-08T09:23:42Z</dcterms:created>
  <dc:creator>Andreas Lefkatis | ACCELIGENCE</dc:creator>
  <dc:description>Draft prepared from the uploaded XTRACT template and source presentations, with task-lead confirmations. Pilot feedback update pending 12 October 2026.</dc:description>
  <dc:language>en-US</dc:language>
  <cp:lastModifiedBy>Antonia Papadaki</cp:lastModifiedBy>
  <dcterms:modified xsi:type="dcterms:W3CDTF">2026-09-25T08:45:26Z</dcterms:modified>
  <cp:revision>58</cp:revision>
  <dc:subject>Indoor configuration evolution, completed activities, risks and Final Review preparation</dc:subject>
  <dc:title>XTRACT 7th GA – T7.3 Robotics for mining automation</dc:title>
  <cp:keywords>XTRACT; T7.3; WP7; Indoor UAV; Björkdal; 7th GA</cp:keyword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5</vt:i4>
  </property>
  <property fmtid="{D5CDD505-2E9C-101B-9397-08002B2CF9AE}" pid="3" name="MMClips">
    <vt:i4>1</vt:i4>
  </property>
  <property fmtid="{D5CDD505-2E9C-101B-9397-08002B2CF9AE}" pid="4" name="PresentationFormat">
    <vt:lpwstr>Ευρεία οθόνη</vt:lpwstr>
  </property>
  <property fmtid="{D5CDD505-2E9C-101B-9397-08002B2CF9AE}" pid="5" name="Slides">
    <vt:i4>15</vt:i4>
  </property>
</Properties>
</file>